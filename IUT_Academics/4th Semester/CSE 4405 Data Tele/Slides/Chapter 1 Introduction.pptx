
<file path=[Content_Types].xml><?xml version="1.0" encoding="utf-8"?>
<Types xmlns="http://schemas.openxmlformats.org/package/2006/content-types">
  <Default Extension="bin" ContentType="application/vnd.openxmlformats-officedocument.oleObject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5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6"/>
  </p:notesMasterIdLst>
  <p:handoutMasterIdLst>
    <p:handoutMasterId r:id="rId57"/>
  </p:handoutMasterIdLst>
  <p:sldIdLst>
    <p:sldId id="540" r:id="rId2"/>
    <p:sldId id="541" r:id="rId3"/>
    <p:sldId id="466" r:id="rId4"/>
    <p:sldId id="467" r:id="rId5"/>
    <p:sldId id="468" r:id="rId6"/>
    <p:sldId id="469" r:id="rId7"/>
    <p:sldId id="490" r:id="rId8"/>
    <p:sldId id="542" r:id="rId9"/>
    <p:sldId id="513" r:id="rId10"/>
    <p:sldId id="543" r:id="rId11"/>
    <p:sldId id="474" r:id="rId12"/>
    <p:sldId id="475" r:id="rId13"/>
    <p:sldId id="476" r:id="rId14"/>
    <p:sldId id="477" r:id="rId15"/>
    <p:sldId id="494" r:id="rId16"/>
    <p:sldId id="544" r:id="rId17"/>
    <p:sldId id="497" r:id="rId18"/>
    <p:sldId id="498" r:id="rId19"/>
    <p:sldId id="499" r:id="rId20"/>
    <p:sldId id="501" r:id="rId21"/>
    <p:sldId id="502" r:id="rId22"/>
    <p:sldId id="509" r:id="rId23"/>
    <p:sldId id="510" r:id="rId24"/>
    <p:sldId id="515" r:id="rId25"/>
    <p:sldId id="517" r:id="rId26"/>
    <p:sldId id="518" r:id="rId27"/>
    <p:sldId id="545" r:id="rId28"/>
    <p:sldId id="519" r:id="rId29"/>
    <p:sldId id="546" r:id="rId30"/>
    <p:sldId id="522" r:id="rId31"/>
    <p:sldId id="523" r:id="rId32"/>
    <p:sldId id="524" r:id="rId33"/>
    <p:sldId id="547" r:id="rId34"/>
    <p:sldId id="548" r:id="rId35"/>
    <p:sldId id="549" r:id="rId36"/>
    <p:sldId id="526" r:id="rId37"/>
    <p:sldId id="527" r:id="rId38"/>
    <p:sldId id="550" r:id="rId39"/>
    <p:sldId id="551" r:id="rId40"/>
    <p:sldId id="530" r:id="rId41"/>
    <p:sldId id="531" r:id="rId42"/>
    <p:sldId id="480" r:id="rId43"/>
    <p:sldId id="556" r:id="rId44"/>
    <p:sldId id="557" r:id="rId45"/>
    <p:sldId id="533" r:id="rId46"/>
    <p:sldId id="534" r:id="rId47"/>
    <p:sldId id="535" r:id="rId48"/>
    <p:sldId id="536" r:id="rId49"/>
    <p:sldId id="537" r:id="rId50"/>
    <p:sldId id="481" r:id="rId51"/>
    <p:sldId id="553" r:id="rId52"/>
    <p:sldId id="554" r:id="rId53"/>
    <p:sldId id="555" r:id="rId54"/>
    <p:sldId id="552" r:id="rId55"/>
  </p:sldIdLst>
  <p:sldSz cx="9906000" cy="6858000" type="A4"/>
  <p:notesSz cx="6854825" cy="9713913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sz="1600" kern="1200">
        <a:solidFill>
          <a:schemeClr val="bg2"/>
        </a:solidFill>
        <a:latin typeface="Arial" panose="020B0604020202020204" pitchFamily="34" charset="0"/>
        <a:ea typeface="돋움" panose="020B0600000101010101" pitchFamily="34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1600" kern="1200">
        <a:solidFill>
          <a:schemeClr val="bg2"/>
        </a:solidFill>
        <a:latin typeface="Arial" panose="020B0604020202020204" pitchFamily="34" charset="0"/>
        <a:ea typeface="돋움" panose="020B0600000101010101" pitchFamily="34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1600" kern="1200">
        <a:solidFill>
          <a:schemeClr val="bg2"/>
        </a:solidFill>
        <a:latin typeface="Arial" panose="020B0604020202020204" pitchFamily="34" charset="0"/>
        <a:ea typeface="돋움" panose="020B0600000101010101" pitchFamily="34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1600" kern="1200">
        <a:solidFill>
          <a:schemeClr val="bg2"/>
        </a:solidFill>
        <a:latin typeface="Arial" panose="020B0604020202020204" pitchFamily="34" charset="0"/>
        <a:ea typeface="돋움" panose="020B0600000101010101" pitchFamily="34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1600" kern="1200">
        <a:solidFill>
          <a:schemeClr val="bg2"/>
        </a:solidFill>
        <a:latin typeface="Arial" panose="020B0604020202020204" pitchFamily="34" charset="0"/>
        <a:ea typeface="돋움" panose="020B0600000101010101" pitchFamily="34" charset="-127"/>
        <a:cs typeface="+mn-cs"/>
      </a:defRPr>
    </a:lvl5pPr>
    <a:lvl6pPr marL="2286000" algn="l" defTabSz="914400" rtl="0" eaLnBrk="1" latinLnBrk="0" hangingPunct="1">
      <a:defRPr kumimoji="1" sz="1600" kern="1200">
        <a:solidFill>
          <a:schemeClr val="bg2"/>
        </a:solidFill>
        <a:latin typeface="Arial" panose="020B0604020202020204" pitchFamily="34" charset="0"/>
        <a:ea typeface="돋움" panose="020B0600000101010101" pitchFamily="34" charset="-127"/>
        <a:cs typeface="+mn-cs"/>
      </a:defRPr>
    </a:lvl6pPr>
    <a:lvl7pPr marL="2743200" algn="l" defTabSz="914400" rtl="0" eaLnBrk="1" latinLnBrk="0" hangingPunct="1">
      <a:defRPr kumimoji="1" sz="1600" kern="1200">
        <a:solidFill>
          <a:schemeClr val="bg2"/>
        </a:solidFill>
        <a:latin typeface="Arial" panose="020B0604020202020204" pitchFamily="34" charset="0"/>
        <a:ea typeface="돋움" panose="020B0600000101010101" pitchFamily="34" charset="-127"/>
        <a:cs typeface="+mn-cs"/>
      </a:defRPr>
    </a:lvl7pPr>
    <a:lvl8pPr marL="3200400" algn="l" defTabSz="914400" rtl="0" eaLnBrk="1" latinLnBrk="0" hangingPunct="1">
      <a:defRPr kumimoji="1" sz="1600" kern="1200">
        <a:solidFill>
          <a:schemeClr val="bg2"/>
        </a:solidFill>
        <a:latin typeface="Arial" panose="020B0604020202020204" pitchFamily="34" charset="0"/>
        <a:ea typeface="돋움" panose="020B0600000101010101" pitchFamily="34" charset="-127"/>
        <a:cs typeface="+mn-cs"/>
      </a:defRPr>
    </a:lvl8pPr>
    <a:lvl9pPr marL="3657600" algn="l" defTabSz="914400" rtl="0" eaLnBrk="1" latinLnBrk="0" hangingPunct="1">
      <a:defRPr kumimoji="1" sz="1600" kern="1200">
        <a:solidFill>
          <a:schemeClr val="bg2"/>
        </a:solidFill>
        <a:latin typeface="Arial" panose="020B0604020202020204" pitchFamily="34" charset="0"/>
        <a:ea typeface="돋움" panose="020B0600000101010101" pitchFamily="34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39">
          <p15:clr>
            <a:srgbClr val="A4A3A4"/>
          </p15:clr>
        </p15:guide>
        <p15:guide id="2" pos="3229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44" autoAdjust="0"/>
    <p:restoredTop sz="96104" autoAdjust="0"/>
  </p:normalViewPr>
  <p:slideViewPr>
    <p:cSldViewPr showGuides="1">
      <p:cViewPr varScale="1">
        <p:scale>
          <a:sx n="111" d="100"/>
          <a:sy n="111" d="100"/>
        </p:scale>
        <p:origin x="1472" y="200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16488"/>
    </p:cViewPr>
  </p:sorterViewPr>
  <p:notesViewPr>
    <p:cSldViewPr showGuides="1">
      <p:cViewPr>
        <p:scale>
          <a:sx n="100" d="100"/>
          <a:sy n="100" d="100"/>
        </p:scale>
        <p:origin x="-1020" y="1890"/>
      </p:cViewPr>
      <p:guideLst>
        <p:guide orient="horz" pos="2139"/>
        <p:guide pos="3229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64EF23A-F590-2546-A4DD-336F587941C4}" type="doc">
      <dgm:prSet loTypeId="urn:microsoft.com/office/officeart/2005/8/layout/orgChart1" loCatId="" qsTypeId="urn:microsoft.com/office/officeart/2005/8/quickstyle/simple3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73121D2B-EB45-984D-9358-3728C9A9CD8E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Network Criteria</a:t>
          </a:r>
        </a:p>
      </dgm:t>
    </dgm:pt>
    <dgm:pt modelId="{E8FA8A8E-BF3C-5447-90F6-677A1913E0F3}" type="parTrans" cxnId="{E5773DAA-EDC9-7245-9BF8-7A75DAAFF0D1}">
      <dgm:prSet/>
      <dgm:spPr/>
      <dgm:t>
        <a:bodyPr/>
        <a:lstStyle/>
        <a:p>
          <a:endParaRPr lang="en-US"/>
        </a:p>
      </dgm:t>
    </dgm:pt>
    <dgm:pt modelId="{8FC6FC80-16E6-A748-B2D3-D37C3C968077}" type="sibTrans" cxnId="{E5773DAA-EDC9-7245-9BF8-7A75DAAFF0D1}">
      <dgm:prSet/>
      <dgm:spPr/>
      <dgm:t>
        <a:bodyPr/>
        <a:lstStyle/>
        <a:p>
          <a:endParaRPr lang="en-US"/>
        </a:p>
      </dgm:t>
    </dgm:pt>
    <dgm:pt modelId="{0B32BD2B-E806-7948-A948-F0C3E9B31C92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Performance</a:t>
          </a:r>
        </a:p>
      </dgm:t>
    </dgm:pt>
    <dgm:pt modelId="{4441AC65-1EA4-A44B-B640-4E2315E6A238}" type="parTrans" cxnId="{30379A6D-B978-8647-A34C-4CF1BEDACBDD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19F20E1-02C3-3642-8B54-F73265CB43BD}" type="sibTrans" cxnId="{30379A6D-B978-8647-A34C-4CF1BEDACBDD}">
      <dgm:prSet/>
      <dgm:spPr/>
      <dgm:t>
        <a:bodyPr/>
        <a:lstStyle/>
        <a:p>
          <a:endParaRPr lang="en-US"/>
        </a:p>
      </dgm:t>
    </dgm:pt>
    <dgm:pt modelId="{0053610F-5B44-2E40-8761-69380CA8C888}">
      <dgm:prSet phldrT="[Text]"/>
      <dgm:spPr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49000">
              <a:schemeClr val="dk2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</a:gradFill>
      </dgm:spPr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Reliability</a:t>
          </a:r>
        </a:p>
      </dgm:t>
    </dgm:pt>
    <dgm:pt modelId="{989B16AB-0BAC-314A-B7E8-0A3E48312187}" type="parTrans" cxnId="{A8C92075-05EC-E34D-8303-BE0634697ED8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75B48B6-E3EB-EA45-876D-897F7FE39EF2}" type="sibTrans" cxnId="{A8C92075-05EC-E34D-8303-BE0634697ED8}">
      <dgm:prSet/>
      <dgm:spPr/>
      <dgm:t>
        <a:bodyPr/>
        <a:lstStyle/>
        <a:p>
          <a:endParaRPr lang="en-US"/>
        </a:p>
      </dgm:t>
    </dgm:pt>
    <dgm:pt modelId="{CFA768E5-DF5C-404D-B9AB-585A42B06D97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Security </a:t>
          </a:r>
        </a:p>
      </dgm:t>
    </dgm:pt>
    <dgm:pt modelId="{CC703C38-2ADE-054F-BE2B-0D25C149FBDF}" type="parTrans" cxnId="{29F21C42-1E2F-1947-B3A7-2188E9E24588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563D1A9-B605-8E46-980D-035F2DA21384}" type="sibTrans" cxnId="{29F21C42-1E2F-1947-B3A7-2188E9E24588}">
      <dgm:prSet/>
      <dgm:spPr/>
      <dgm:t>
        <a:bodyPr/>
        <a:lstStyle/>
        <a:p>
          <a:endParaRPr lang="en-US"/>
        </a:p>
      </dgm:t>
    </dgm:pt>
    <dgm:pt modelId="{877E8D85-0535-3C4A-BFD4-36608FF229F4}" type="pres">
      <dgm:prSet presAssocID="{064EF23A-F590-2546-A4DD-336F587941C4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3C544346-A6C6-6845-B90D-95817BA02854}" type="pres">
      <dgm:prSet presAssocID="{73121D2B-EB45-984D-9358-3728C9A9CD8E}" presName="hierRoot1" presStyleCnt="0">
        <dgm:presLayoutVars>
          <dgm:hierBranch val="init"/>
        </dgm:presLayoutVars>
      </dgm:prSet>
      <dgm:spPr/>
    </dgm:pt>
    <dgm:pt modelId="{18640D0C-53C3-E24A-9249-5370AD4B54C2}" type="pres">
      <dgm:prSet presAssocID="{73121D2B-EB45-984D-9358-3728C9A9CD8E}" presName="rootComposite1" presStyleCnt="0"/>
      <dgm:spPr/>
    </dgm:pt>
    <dgm:pt modelId="{40D51A70-F270-4A46-930C-11E01516A270}" type="pres">
      <dgm:prSet presAssocID="{73121D2B-EB45-984D-9358-3728C9A9CD8E}" presName="rootText1" presStyleLbl="node0" presStyleIdx="0" presStyleCnt="1" custScaleX="210401" custLinFactNeighborX="7793" custLinFactNeighborY="-3682">
        <dgm:presLayoutVars>
          <dgm:chPref val="3"/>
        </dgm:presLayoutVars>
      </dgm:prSet>
      <dgm:spPr/>
    </dgm:pt>
    <dgm:pt modelId="{BB38091D-5B4D-4044-B4C1-7BA45829AC86}" type="pres">
      <dgm:prSet presAssocID="{73121D2B-EB45-984D-9358-3728C9A9CD8E}" presName="rootConnector1" presStyleLbl="node1" presStyleIdx="0" presStyleCnt="0"/>
      <dgm:spPr/>
    </dgm:pt>
    <dgm:pt modelId="{E491665D-CB3B-C648-823F-CD78F2EDCA9F}" type="pres">
      <dgm:prSet presAssocID="{73121D2B-EB45-984D-9358-3728C9A9CD8E}" presName="hierChild2" presStyleCnt="0"/>
      <dgm:spPr/>
    </dgm:pt>
    <dgm:pt modelId="{32BD1097-53C5-2846-9E15-2E2A0C1EF6BC}" type="pres">
      <dgm:prSet presAssocID="{4441AC65-1EA4-A44B-B640-4E2315E6A238}" presName="Name37" presStyleLbl="parChTrans1D2" presStyleIdx="0" presStyleCnt="3"/>
      <dgm:spPr/>
    </dgm:pt>
    <dgm:pt modelId="{DAD5A482-35DC-6742-9184-8A975EABD3BB}" type="pres">
      <dgm:prSet presAssocID="{0B32BD2B-E806-7948-A948-F0C3E9B31C92}" presName="hierRoot2" presStyleCnt="0">
        <dgm:presLayoutVars>
          <dgm:hierBranch val="init"/>
        </dgm:presLayoutVars>
      </dgm:prSet>
      <dgm:spPr/>
    </dgm:pt>
    <dgm:pt modelId="{8A27B140-293E-4F42-AA48-F78DEB98F23D}" type="pres">
      <dgm:prSet presAssocID="{0B32BD2B-E806-7948-A948-F0C3E9B31C92}" presName="rootComposite" presStyleCnt="0"/>
      <dgm:spPr/>
    </dgm:pt>
    <dgm:pt modelId="{3615ABA4-D0D9-B44A-9F2B-57EF9BD76247}" type="pres">
      <dgm:prSet presAssocID="{0B32BD2B-E806-7948-A948-F0C3E9B31C92}" presName="rootText" presStyleLbl="node2" presStyleIdx="0" presStyleCnt="3" custScaleX="115195" custLinFactNeighborY="58231">
        <dgm:presLayoutVars>
          <dgm:chPref val="3"/>
        </dgm:presLayoutVars>
      </dgm:prSet>
      <dgm:spPr/>
    </dgm:pt>
    <dgm:pt modelId="{EA4D41AC-179C-D541-8A1C-998A46ACAEBF}" type="pres">
      <dgm:prSet presAssocID="{0B32BD2B-E806-7948-A948-F0C3E9B31C92}" presName="rootConnector" presStyleLbl="node2" presStyleIdx="0" presStyleCnt="3"/>
      <dgm:spPr/>
    </dgm:pt>
    <dgm:pt modelId="{99912F6D-B50D-CF4D-A6E3-E46577F41D25}" type="pres">
      <dgm:prSet presAssocID="{0B32BD2B-E806-7948-A948-F0C3E9B31C92}" presName="hierChild4" presStyleCnt="0"/>
      <dgm:spPr/>
    </dgm:pt>
    <dgm:pt modelId="{0863DC81-44E1-3B4E-B5BF-A49B403B4223}" type="pres">
      <dgm:prSet presAssocID="{0B32BD2B-E806-7948-A948-F0C3E9B31C92}" presName="hierChild5" presStyleCnt="0"/>
      <dgm:spPr/>
    </dgm:pt>
    <dgm:pt modelId="{95A2827D-61FC-6649-9573-FEC969A3E620}" type="pres">
      <dgm:prSet presAssocID="{989B16AB-0BAC-314A-B7E8-0A3E48312187}" presName="Name37" presStyleLbl="parChTrans1D2" presStyleIdx="1" presStyleCnt="3"/>
      <dgm:spPr/>
    </dgm:pt>
    <dgm:pt modelId="{4FD3C56F-13E1-4548-BECC-1BCB981A8DF6}" type="pres">
      <dgm:prSet presAssocID="{0053610F-5B44-2E40-8761-69380CA8C888}" presName="hierRoot2" presStyleCnt="0">
        <dgm:presLayoutVars>
          <dgm:hierBranch val="init"/>
        </dgm:presLayoutVars>
      </dgm:prSet>
      <dgm:spPr/>
    </dgm:pt>
    <dgm:pt modelId="{D665C562-BD17-6548-AD8C-AF86B45FE123}" type="pres">
      <dgm:prSet presAssocID="{0053610F-5B44-2E40-8761-69380CA8C888}" presName="rootComposite" presStyleCnt="0"/>
      <dgm:spPr/>
    </dgm:pt>
    <dgm:pt modelId="{E68D38BC-688A-0046-B7ED-D263DF8418C7}" type="pres">
      <dgm:prSet presAssocID="{0053610F-5B44-2E40-8761-69380CA8C888}" presName="rootText" presStyleLbl="node2" presStyleIdx="1" presStyleCnt="3" custLinFactNeighborY="58231">
        <dgm:presLayoutVars>
          <dgm:chPref val="3"/>
        </dgm:presLayoutVars>
      </dgm:prSet>
      <dgm:spPr/>
    </dgm:pt>
    <dgm:pt modelId="{03575889-F308-B744-A23E-94860E1565EE}" type="pres">
      <dgm:prSet presAssocID="{0053610F-5B44-2E40-8761-69380CA8C888}" presName="rootConnector" presStyleLbl="node2" presStyleIdx="1" presStyleCnt="3"/>
      <dgm:spPr/>
    </dgm:pt>
    <dgm:pt modelId="{97CC25B6-483E-A343-B1B2-F81EF7C1C83B}" type="pres">
      <dgm:prSet presAssocID="{0053610F-5B44-2E40-8761-69380CA8C888}" presName="hierChild4" presStyleCnt="0"/>
      <dgm:spPr/>
    </dgm:pt>
    <dgm:pt modelId="{6351454F-2711-E44C-BF8D-C6E03CE38544}" type="pres">
      <dgm:prSet presAssocID="{0053610F-5B44-2E40-8761-69380CA8C888}" presName="hierChild5" presStyleCnt="0"/>
      <dgm:spPr/>
    </dgm:pt>
    <dgm:pt modelId="{9CF25E2B-39A0-1F4A-9A3A-FC13A46BA1BA}" type="pres">
      <dgm:prSet presAssocID="{CC703C38-2ADE-054F-BE2B-0D25C149FBDF}" presName="Name37" presStyleLbl="parChTrans1D2" presStyleIdx="2" presStyleCnt="3"/>
      <dgm:spPr/>
    </dgm:pt>
    <dgm:pt modelId="{70B6C2F6-82AD-6742-842B-D05112F2139C}" type="pres">
      <dgm:prSet presAssocID="{CFA768E5-DF5C-404D-B9AB-585A42B06D97}" presName="hierRoot2" presStyleCnt="0">
        <dgm:presLayoutVars>
          <dgm:hierBranch val="init"/>
        </dgm:presLayoutVars>
      </dgm:prSet>
      <dgm:spPr/>
    </dgm:pt>
    <dgm:pt modelId="{18586FF1-7F02-2A48-B39D-323B5788701F}" type="pres">
      <dgm:prSet presAssocID="{CFA768E5-DF5C-404D-B9AB-585A42B06D97}" presName="rootComposite" presStyleCnt="0"/>
      <dgm:spPr/>
    </dgm:pt>
    <dgm:pt modelId="{79D4DBED-13BF-104C-91FF-8525A0A03D05}" type="pres">
      <dgm:prSet presAssocID="{CFA768E5-DF5C-404D-B9AB-585A42B06D97}" presName="rootText" presStyleLbl="node2" presStyleIdx="2" presStyleCnt="3" custLinFactNeighborY="58231">
        <dgm:presLayoutVars>
          <dgm:chPref val="3"/>
        </dgm:presLayoutVars>
      </dgm:prSet>
      <dgm:spPr/>
    </dgm:pt>
    <dgm:pt modelId="{3FF79633-10C4-D846-B571-E9A741DB5B5D}" type="pres">
      <dgm:prSet presAssocID="{CFA768E5-DF5C-404D-B9AB-585A42B06D97}" presName="rootConnector" presStyleLbl="node2" presStyleIdx="2" presStyleCnt="3"/>
      <dgm:spPr/>
    </dgm:pt>
    <dgm:pt modelId="{16E07829-DFC1-1B47-AE61-18C7A7FA899F}" type="pres">
      <dgm:prSet presAssocID="{CFA768E5-DF5C-404D-B9AB-585A42B06D97}" presName="hierChild4" presStyleCnt="0"/>
      <dgm:spPr/>
    </dgm:pt>
    <dgm:pt modelId="{4FC32140-2625-2B42-BB60-C64DF2941752}" type="pres">
      <dgm:prSet presAssocID="{CFA768E5-DF5C-404D-B9AB-585A42B06D97}" presName="hierChild5" presStyleCnt="0"/>
      <dgm:spPr/>
    </dgm:pt>
    <dgm:pt modelId="{FE126168-F274-8B4D-B428-E31EEF83A711}" type="pres">
      <dgm:prSet presAssocID="{73121D2B-EB45-984D-9358-3728C9A9CD8E}" presName="hierChild3" presStyleCnt="0"/>
      <dgm:spPr/>
    </dgm:pt>
  </dgm:ptLst>
  <dgm:cxnLst>
    <dgm:cxn modelId="{9F51D219-4CBA-BF4A-B9A1-FF7C9734C2CC}" type="presOf" srcId="{0053610F-5B44-2E40-8761-69380CA8C888}" destId="{E68D38BC-688A-0046-B7ED-D263DF8418C7}" srcOrd="0" destOrd="0" presId="urn:microsoft.com/office/officeart/2005/8/layout/orgChart1"/>
    <dgm:cxn modelId="{E2FA111B-9B51-6B41-8159-64698B2BBD39}" type="presOf" srcId="{0B32BD2B-E806-7948-A948-F0C3E9B31C92}" destId="{EA4D41AC-179C-D541-8A1C-998A46ACAEBF}" srcOrd="1" destOrd="0" presId="urn:microsoft.com/office/officeart/2005/8/layout/orgChart1"/>
    <dgm:cxn modelId="{5FB10920-39A9-7A40-B228-FB80C3D46749}" type="presOf" srcId="{4441AC65-1EA4-A44B-B640-4E2315E6A238}" destId="{32BD1097-53C5-2846-9E15-2E2A0C1EF6BC}" srcOrd="0" destOrd="0" presId="urn:microsoft.com/office/officeart/2005/8/layout/orgChart1"/>
    <dgm:cxn modelId="{29F21C42-1E2F-1947-B3A7-2188E9E24588}" srcId="{73121D2B-EB45-984D-9358-3728C9A9CD8E}" destId="{CFA768E5-DF5C-404D-B9AB-585A42B06D97}" srcOrd="2" destOrd="0" parTransId="{CC703C38-2ADE-054F-BE2B-0D25C149FBDF}" sibTransId="{4563D1A9-B605-8E46-980D-035F2DA21384}"/>
    <dgm:cxn modelId="{698E1543-0064-EE4A-8526-EC7787B4565D}" type="presOf" srcId="{73121D2B-EB45-984D-9358-3728C9A9CD8E}" destId="{BB38091D-5B4D-4044-B4C1-7BA45829AC86}" srcOrd="1" destOrd="0" presId="urn:microsoft.com/office/officeart/2005/8/layout/orgChart1"/>
    <dgm:cxn modelId="{DBD46367-C209-904A-B978-793899211737}" type="presOf" srcId="{064EF23A-F590-2546-A4DD-336F587941C4}" destId="{877E8D85-0535-3C4A-BFD4-36608FF229F4}" srcOrd="0" destOrd="0" presId="urn:microsoft.com/office/officeart/2005/8/layout/orgChart1"/>
    <dgm:cxn modelId="{30379A6D-B978-8647-A34C-4CF1BEDACBDD}" srcId="{73121D2B-EB45-984D-9358-3728C9A9CD8E}" destId="{0B32BD2B-E806-7948-A948-F0C3E9B31C92}" srcOrd="0" destOrd="0" parTransId="{4441AC65-1EA4-A44B-B640-4E2315E6A238}" sibTransId="{219F20E1-02C3-3642-8B54-F73265CB43BD}"/>
    <dgm:cxn modelId="{A8C92075-05EC-E34D-8303-BE0634697ED8}" srcId="{73121D2B-EB45-984D-9358-3728C9A9CD8E}" destId="{0053610F-5B44-2E40-8761-69380CA8C888}" srcOrd="1" destOrd="0" parTransId="{989B16AB-0BAC-314A-B7E8-0A3E48312187}" sibTransId="{F75B48B6-E3EB-EA45-876D-897F7FE39EF2}"/>
    <dgm:cxn modelId="{0D75BE9B-B2B6-7F41-949D-65F03734E3A2}" type="presOf" srcId="{73121D2B-EB45-984D-9358-3728C9A9CD8E}" destId="{40D51A70-F270-4A46-930C-11E01516A270}" srcOrd="0" destOrd="0" presId="urn:microsoft.com/office/officeart/2005/8/layout/orgChart1"/>
    <dgm:cxn modelId="{50CAAEA8-D312-1F4E-B1D5-01F76E10D195}" type="presOf" srcId="{CFA768E5-DF5C-404D-B9AB-585A42B06D97}" destId="{3FF79633-10C4-D846-B571-E9A741DB5B5D}" srcOrd="1" destOrd="0" presId="urn:microsoft.com/office/officeart/2005/8/layout/orgChart1"/>
    <dgm:cxn modelId="{E5773DAA-EDC9-7245-9BF8-7A75DAAFF0D1}" srcId="{064EF23A-F590-2546-A4DD-336F587941C4}" destId="{73121D2B-EB45-984D-9358-3728C9A9CD8E}" srcOrd="0" destOrd="0" parTransId="{E8FA8A8E-BF3C-5447-90F6-677A1913E0F3}" sibTransId="{8FC6FC80-16E6-A748-B2D3-D37C3C968077}"/>
    <dgm:cxn modelId="{175489B5-8206-4A41-ACA6-4D606E16D426}" type="presOf" srcId="{989B16AB-0BAC-314A-B7E8-0A3E48312187}" destId="{95A2827D-61FC-6649-9573-FEC969A3E620}" srcOrd="0" destOrd="0" presId="urn:microsoft.com/office/officeart/2005/8/layout/orgChart1"/>
    <dgm:cxn modelId="{D9AAE9C2-E83B-6640-8966-45CA6A79BEAC}" type="presOf" srcId="{CFA768E5-DF5C-404D-B9AB-585A42B06D97}" destId="{79D4DBED-13BF-104C-91FF-8525A0A03D05}" srcOrd="0" destOrd="0" presId="urn:microsoft.com/office/officeart/2005/8/layout/orgChart1"/>
    <dgm:cxn modelId="{E1D994C5-4C23-6142-A9F9-9FD439A182D5}" type="presOf" srcId="{0053610F-5B44-2E40-8761-69380CA8C888}" destId="{03575889-F308-B744-A23E-94860E1565EE}" srcOrd="1" destOrd="0" presId="urn:microsoft.com/office/officeart/2005/8/layout/orgChart1"/>
    <dgm:cxn modelId="{98E18DE6-EB53-8441-9A48-23CB4CAA7249}" type="presOf" srcId="{0B32BD2B-E806-7948-A948-F0C3E9B31C92}" destId="{3615ABA4-D0D9-B44A-9F2B-57EF9BD76247}" srcOrd="0" destOrd="0" presId="urn:microsoft.com/office/officeart/2005/8/layout/orgChart1"/>
    <dgm:cxn modelId="{3DB260FE-CBA7-334E-BB8D-9E6CD9C925F3}" type="presOf" srcId="{CC703C38-2ADE-054F-BE2B-0D25C149FBDF}" destId="{9CF25E2B-39A0-1F4A-9A3A-FC13A46BA1BA}" srcOrd="0" destOrd="0" presId="urn:microsoft.com/office/officeart/2005/8/layout/orgChart1"/>
    <dgm:cxn modelId="{478EF39E-073B-F047-970F-269F64223489}" type="presParOf" srcId="{877E8D85-0535-3C4A-BFD4-36608FF229F4}" destId="{3C544346-A6C6-6845-B90D-95817BA02854}" srcOrd="0" destOrd="0" presId="urn:microsoft.com/office/officeart/2005/8/layout/orgChart1"/>
    <dgm:cxn modelId="{1EB05E63-6B43-774A-B789-C07875BB62AC}" type="presParOf" srcId="{3C544346-A6C6-6845-B90D-95817BA02854}" destId="{18640D0C-53C3-E24A-9249-5370AD4B54C2}" srcOrd="0" destOrd="0" presId="urn:microsoft.com/office/officeart/2005/8/layout/orgChart1"/>
    <dgm:cxn modelId="{43A40EC4-FA5D-F34B-BA39-3E74A2DBE9BC}" type="presParOf" srcId="{18640D0C-53C3-E24A-9249-5370AD4B54C2}" destId="{40D51A70-F270-4A46-930C-11E01516A270}" srcOrd="0" destOrd="0" presId="urn:microsoft.com/office/officeart/2005/8/layout/orgChart1"/>
    <dgm:cxn modelId="{76625F85-7B82-9A4A-96DB-E6341BD04DDC}" type="presParOf" srcId="{18640D0C-53C3-E24A-9249-5370AD4B54C2}" destId="{BB38091D-5B4D-4044-B4C1-7BA45829AC86}" srcOrd="1" destOrd="0" presId="urn:microsoft.com/office/officeart/2005/8/layout/orgChart1"/>
    <dgm:cxn modelId="{1A035413-469C-8141-84F3-34DE110C79F6}" type="presParOf" srcId="{3C544346-A6C6-6845-B90D-95817BA02854}" destId="{E491665D-CB3B-C648-823F-CD78F2EDCA9F}" srcOrd="1" destOrd="0" presId="urn:microsoft.com/office/officeart/2005/8/layout/orgChart1"/>
    <dgm:cxn modelId="{7C38F632-8077-F747-B857-2683BBEBD43E}" type="presParOf" srcId="{E491665D-CB3B-C648-823F-CD78F2EDCA9F}" destId="{32BD1097-53C5-2846-9E15-2E2A0C1EF6BC}" srcOrd="0" destOrd="0" presId="urn:microsoft.com/office/officeart/2005/8/layout/orgChart1"/>
    <dgm:cxn modelId="{2A2CA75D-810E-8046-8B49-8833B53A9B98}" type="presParOf" srcId="{E491665D-CB3B-C648-823F-CD78F2EDCA9F}" destId="{DAD5A482-35DC-6742-9184-8A975EABD3BB}" srcOrd="1" destOrd="0" presId="urn:microsoft.com/office/officeart/2005/8/layout/orgChart1"/>
    <dgm:cxn modelId="{E3381636-A1DE-934C-BED7-77CC23AB5F64}" type="presParOf" srcId="{DAD5A482-35DC-6742-9184-8A975EABD3BB}" destId="{8A27B140-293E-4F42-AA48-F78DEB98F23D}" srcOrd="0" destOrd="0" presId="urn:microsoft.com/office/officeart/2005/8/layout/orgChart1"/>
    <dgm:cxn modelId="{C852B4B0-C778-ED4C-B3F9-52232CE5872A}" type="presParOf" srcId="{8A27B140-293E-4F42-AA48-F78DEB98F23D}" destId="{3615ABA4-D0D9-B44A-9F2B-57EF9BD76247}" srcOrd="0" destOrd="0" presId="urn:microsoft.com/office/officeart/2005/8/layout/orgChart1"/>
    <dgm:cxn modelId="{19E67A4B-746D-7A4C-B1D5-1C9BDC5373EC}" type="presParOf" srcId="{8A27B140-293E-4F42-AA48-F78DEB98F23D}" destId="{EA4D41AC-179C-D541-8A1C-998A46ACAEBF}" srcOrd="1" destOrd="0" presId="urn:microsoft.com/office/officeart/2005/8/layout/orgChart1"/>
    <dgm:cxn modelId="{0D760496-5409-BD4E-8393-CDEE9C8CCC6F}" type="presParOf" srcId="{DAD5A482-35DC-6742-9184-8A975EABD3BB}" destId="{99912F6D-B50D-CF4D-A6E3-E46577F41D25}" srcOrd="1" destOrd="0" presId="urn:microsoft.com/office/officeart/2005/8/layout/orgChart1"/>
    <dgm:cxn modelId="{1670E119-C76D-0A44-8771-3BF03BD4F3C6}" type="presParOf" srcId="{DAD5A482-35DC-6742-9184-8A975EABD3BB}" destId="{0863DC81-44E1-3B4E-B5BF-A49B403B4223}" srcOrd="2" destOrd="0" presId="urn:microsoft.com/office/officeart/2005/8/layout/orgChart1"/>
    <dgm:cxn modelId="{7B52DEBA-D52D-9D40-BD57-505CF88D95CB}" type="presParOf" srcId="{E491665D-CB3B-C648-823F-CD78F2EDCA9F}" destId="{95A2827D-61FC-6649-9573-FEC969A3E620}" srcOrd="2" destOrd="0" presId="urn:microsoft.com/office/officeart/2005/8/layout/orgChart1"/>
    <dgm:cxn modelId="{58321231-767C-4E40-AA4E-056E9FD39417}" type="presParOf" srcId="{E491665D-CB3B-C648-823F-CD78F2EDCA9F}" destId="{4FD3C56F-13E1-4548-BECC-1BCB981A8DF6}" srcOrd="3" destOrd="0" presId="urn:microsoft.com/office/officeart/2005/8/layout/orgChart1"/>
    <dgm:cxn modelId="{37BD8925-1343-7340-9D19-86FE88C719EC}" type="presParOf" srcId="{4FD3C56F-13E1-4548-BECC-1BCB981A8DF6}" destId="{D665C562-BD17-6548-AD8C-AF86B45FE123}" srcOrd="0" destOrd="0" presId="urn:microsoft.com/office/officeart/2005/8/layout/orgChart1"/>
    <dgm:cxn modelId="{4EC614EF-696F-6148-B735-7B440C1CE1DB}" type="presParOf" srcId="{D665C562-BD17-6548-AD8C-AF86B45FE123}" destId="{E68D38BC-688A-0046-B7ED-D263DF8418C7}" srcOrd="0" destOrd="0" presId="urn:microsoft.com/office/officeart/2005/8/layout/orgChart1"/>
    <dgm:cxn modelId="{1D2BC555-81F0-EB40-AA79-0F3EE7E93993}" type="presParOf" srcId="{D665C562-BD17-6548-AD8C-AF86B45FE123}" destId="{03575889-F308-B744-A23E-94860E1565EE}" srcOrd="1" destOrd="0" presId="urn:microsoft.com/office/officeart/2005/8/layout/orgChart1"/>
    <dgm:cxn modelId="{21224CC2-432B-834E-B3E6-5CC87FF5FD29}" type="presParOf" srcId="{4FD3C56F-13E1-4548-BECC-1BCB981A8DF6}" destId="{97CC25B6-483E-A343-B1B2-F81EF7C1C83B}" srcOrd="1" destOrd="0" presId="urn:microsoft.com/office/officeart/2005/8/layout/orgChart1"/>
    <dgm:cxn modelId="{FD68A428-EDFD-A24B-B9AC-FFF148684465}" type="presParOf" srcId="{4FD3C56F-13E1-4548-BECC-1BCB981A8DF6}" destId="{6351454F-2711-E44C-BF8D-C6E03CE38544}" srcOrd="2" destOrd="0" presId="urn:microsoft.com/office/officeart/2005/8/layout/orgChart1"/>
    <dgm:cxn modelId="{2F1EDFD1-9C93-2F4B-B96A-1D094C4713FA}" type="presParOf" srcId="{E491665D-CB3B-C648-823F-CD78F2EDCA9F}" destId="{9CF25E2B-39A0-1F4A-9A3A-FC13A46BA1BA}" srcOrd="4" destOrd="0" presId="urn:microsoft.com/office/officeart/2005/8/layout/orgChart1"/>
    <dgm:cxn modelId="{C7A5456F-38C2-6B4F-8C57-5A2C88E6A804}" type="presParOf" srcId="{E491665D-CB3B-C648-823F-CD78F2EDCA9F}" destId="{70B6C2F6-82AD-6742-842B-D05112F2139C}" srcOrd="5" destOrd="0" presId="urn:microsoft.com/office/officeart/2005/8/layout/orgChart1"/>
    <dgm:cxn modelId="{A44E90F0-8DFC-F446-8FE6-BC239A0DCFB1}" type="presParOf" srcId="{70B6C2F6-82AD-6742-842B-D05112F2139C}" destId="{18586FF1-7F02-2A48-B39D-323B5788701F}" srcOrd="0" destOrd="0" presId="urn:microsoft.com/office/officeart/2005/8/layout/orgChart1"/>
    <dgm:cxn modelId="{FAB1DC1D-2077-0E40-A86E-C90A48C89B07}" type="presParOf" srcId="{18586FF1-7F02-2A48-B39D-323B5788701F}" destId="{79D4DBED-13BF-104C-91FF-8525A0A03D05}" srcOrd="0" destOrd="0" presId="urn:microsoft.com/office/officeart/2005/8/layout/orgChart1"/>
    <dgm:cxn modelId="{5A999F51-7112-2546-954A-83C1EBECFA00}" type="presParOf" srcId="{18586FF1-7F02-2A48-B39D-323B5788701F}" destId="{3FF79633-10C4-D846-B571-E9A741DB5B5D}" srcOrd="1" destOrd="0" presId="urn:microsoft.com/office/officeart/2005/8/layout/orgChart1"/>
    <dgm:cxn modelId="{C8B66C33-A7D1-EC4C-8BF0-FE82F745E403}" type="presParOf" srcId="{70B6C2F6-82AD-6742-842B-D05112F2139C}" destId="{16E07829-DFC1-1B47-AE61-18C7A7FA899F}" srcOrd="1" destOrd="0" presId="urn:microsoft.com/office/officeart/2005/8/layout/orgChart1"/>
    <dgm:cxn modelId="{95C2C7EC-F58E-5144-B766-783B283B3211}" type="presParOf" srcId="{70B6C2F6-82AD-6742-842B-D05112F2139C}" destId="{4FC32140-2625-2B42-BB60-C64DF2941752}" srcOrd="2" destOrd="0" presId="urn:microsoft.com/office/officeart/2005/8/layout/orgChart1"/>
    <dgm:cxn modelId="{A6F53E18-2DF2-544A-A321-BD8C90ED6E3F}" type="presParOf" srcId="{3C544346-A6C6-6845-B90D-95817BA02854}" destId="{FE126168-F274-8B4D-B428-E31EEF83A711}" srcOrd="2" destOrd="0" presId="urn:microsoft.com/office/officeart/2005/8/layout/orgChart1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64EF23A-F590-2546-A4DD-336F587941C4}" type="doc">
      <dgm:prSet loTypeId="urn:microsoft.com/office/officeart/2008/layout/HorizontalMultiLevelHierarchy" loCatId="" qsTypeId="urn:microsoft.com/office/officeart/2005/8/quickstyle/simple3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73121D2B-EB45-984D-9358-3728C9A9CD8E}">
      <dgm:prSet phldrT="[Text]" custT="1"/>
      <dgm:spPr/>
      <dgm:t>
        <a:bodyPr/>
        <a:lstStyle/>
        <a:p>
          <a:r>
            <a:rPr lang="en-US" sz="3200" dirty="0">
              <a:latin typeface="Times New Roman" panose="02020603050405020304" pitchFamily="18" charset="0"/>
              <a:cs typeface="Times New Roman" panose="02020603050405020304" pitchFamily="18" charset="0"/>
            </a:rPr>
            <a:t>Topology</a:t>
          </a:r>
        </a:p>
      </dgm:t>
    </dgm:pt>
    <dgm:pt modelId="{E8FA8A8E-BF3C-5447-90F6-677A1913E0F3}" type="parTrans" cxnId="{E5773DAA-EDC9-7245-9BF8-7A75DAAFF0D1}">
      <dgm:prSet/>
      <dgm:spPr/>
      <dgm:t>
        <a:bodyPr/>
        <a:lstStyle/>
        <a:p>
          <a:endParaRPr lang="en-US" sz="1400"/>
        </a:p>
      </dgm:t>
    </dgm:pt>
    <dgm:pt modelId="{8FC6FC80-16E6-A748-B2D3-D37C3C968077}" type="sibTrans" cxnId="{E5773DAA-EDC9-7245-9BF8-7A75DAAFF0D1}">
      <dgm:prSet/>
      <dgm:spPr/>
      <dgm:t>
        <a:bodyPr/>
        <a:lstStyle/>
        <a:p>
          <a:endParaRPr lang="en-US" sz="1400"/>
        </a:p>
      </dgm:t>
    </dgm:pt>
    <dgm:pt modelId="{0B32BD2B-E806-7948-A948-F0C3E9B31C92}">
      <dgm:prSet phldrT="[Text]" custT="1"/>
      <dgm:spPr/>
      <dgm:t>
        <a:bodyPr/>
        <a:lstStyle/>
        <a:p>
          <a:r>
            <a:rPr lang="en-US" sz="3200" dirty="0">
              <a:latin typeface="Times New Roman" panose="02020603050405020304" pitchFamily="18" charset="0"/>
              <a:cs typeface="Times New Roman" panose="02020603050405020304" pitchFamily="18" charset="0"/>
            </a:rPr>
            <a:t>Mesh</a:t>
          </a:r>
        </a:p>
      </dgm:t>
    </dgm:pt>
    <dgm:pt modelId="{219F20E1-02C3-3642-8B54-F73265CB43BD}" type="sibTrans" cxnId="{30379A6D-B978-8647-A34C-4CF1BEDACBDD}">
      <dgm:prSet/>
      <dgm:spPr/>
      <dgm:t>
        <a:bodyPr/>
        <a:lstStyle/>
        <a:p>
          <a:endParaRPr lang="en-US" sz="1400"/>
        </a:p>
      </dgm:t>
    </dgm:pt>
    <dgm:pt modelId="{4441AC65-1EA4-A44B-B640-4E2315E6A238}" type="parTrans" cxnId="{30379A6D-B978-8647-A34C-4CF1BEDACBDD}">
      <dgm:prSet custT="1"/>
      <dgm:spPr/>
      <dgm:t>
        <a:bodyPr/>
        <a:lstStyle/>
        <a:p>
          <a:endParaRPr lang="en-US" sz="12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053610F-5B44-2E40-8761-69380CA8C888}">
      <dgm:prSet phldrT="[Text]" custT="1"/>
      <dgm:spPr/>
      <dgm:t>
        <a:bodyPr/>
        <a:lstStyle/>
        <a:p>
          <a:r>
            <a:rPr lang="en-US" sz="3200" dirty="0">
              <a:latin typeface="Times New Roman" panose="02020603050405020304" pitchFamily="18" charset="0"/>
              <a:cs typeface="Times New Roman" panose="02020603050405020304" pitchFamily="18" charset="0"/>
            </a:rPr>
            <a:t>Star</a:t>
          </a:r>
        </a:p>
      </dgm:t>
    </dgm:pt>
    <dgm:pt modelId="{F75B48B6-E3EB-EA45-876D-897F7FE39EF2}" type="sibTrans" cxnId="{A8C92075-05EC-E34D-8303-BE0634697ED8}">
      <dgm:prSet/>
      <dgm:spPr/>
      <dgm:t>
        <a:bodyPr/>
        <a:lstStyle/>
        <a:p>
          <a:endParaRPr lang="en-US" sz="1400"/>
        </a:p>
      </dgm:t>
    </dgm:pt>
    <dgm:pt modelId="{989B16AB-0BAC-314A-B7E8-0A3E48312187}" type="parTrans" cxnId="{A8C92075-05EC-E34D-8303-BE0634697ED8}">
      <dgm:prSet custT="1"/>
      <dgm:spPr/>
      <dgm:t>
        <a:bodyPr/>
        <a:lstStyle/>
        <a:p>
          <a:endParaRPr lang="en-US" sz="12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FA768E5-DF5C-404D-B9AB-585A42B06D97}">
      <dgm:prSet phldrT="[Text]" custT="1"/>
      <dgm:spPr/>
      <dgm:t>
        <a:bodyPr/>
        <a:lstStyle/>
        <a:p>
          <a:r>
            <a:rPr lang="en-US" sz="3200" dirty="0">
              <a:latin typeface="Times New Roman" panose="02020603050405020304" pitchFamily="18" charset="0"/>
              <a:cs typeface="Times New Roman" panose="02020603050405020304" pitchFamily="18" charset="0"/>
            </a:rPr>
            <a:t>Ring</a:t>
          </a:r>
        </a:p>
      </dgm:t>
    </dgm:pt>
    <dgm:pt modelId="{4563D1A9-B605-8E46-980D-035F2DA21384}" type="sibTrans" cxnId="{29F21C42-1E2F-1947-B3A7-2188E9E24588}">
      <dgm:prSet/>
      <dgm:spPr/>
      <dgm:t>
        <a:bodyPr/>
        <a:lstStyle/>
        <a:p>
          <a:endParaRPr lang="en-US" sz="1400"/>
        </a:p>
      </dgm:t>
    </dgm:pt>
    <dgm:pt modelId="{CC703C38-2ADE-054F-BE2B-0D25C149FBDF}" type="parTrans" cxnId="{29F21C42-1E2F-1947-B3A7-2188E9E24588}">
      <dgm:prSet custT="1"/>
      <dgm:spPr/>
      <dgm:t>
        <a:bodyPr/>
        <a:lstStyle/>
        <a:p>
          <a:endParaRPr lang="en-US" sz="12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E3FE431-EFE4-4F42-8717-5D65A9882CA1}">
      <dgm:prSet phldrT="[Text]" custT="1"/>
      <dgm:spPr/>
      <dgm:t>
        <a:bodyPr/>
        <a:lstStyle/>
        <a:p>
          <a:r>
            <a:rPr lang="en-US" sz="3200" dirty="0">
              <a:latin typeface="Times New Roman" panose="02020603050405020304" pitchFamily="18" charset="0"/>
              <a:cs typeface="Times New Roman" panose="02020603050405020304" pitchFamily="18" charset="0"/>
            </a:rPr>
            <a:t>Bus</a:t>
          </a:r>
        </a:p>
      </dgm:t>
    </dgm:pt>
    <dgm:pt modelId="{85BFE8E8-F243-2649-BBD5-0C11E3AAADF1}" type="parTrans" cxnId="{42656105-32A1-8C4E-80EC-7E5B399E1C0A}">
      <dgm:prSet custT="1"/>
      <dgm:spPr/>
      <dgm:t>
        <a:bodyPr/>
        <a:lstStyle/>
        <a:p>
          <a:endParaRPr lang="en-US" sz="600"/>
        </a:p>
      </dgm:t>
    </dgm:pt>
    <dgm:pt modelId="{E812F318-620F-DA4A-9CA5-DDAD79AE2FC2}" type="sibTrans" cxnId="{42656105-32A1-8C4E-80EC-7E5B399E1C0A}">
      <dgm:prSet/>
      <dgm:spPr/>
      <dgm:t>
        <a:bodyPr/>
        <a:lstStyle/>
        <a:p>
          <a:endParaRPr lang="en-US" sz="1400"/>
        </a:p>
      </dgm:t>
    </dgm:pt>
    <dgm:pt modelId="{7369010D-8ADC-EF4D-89F8-D6A78B8F6633}" type="pres">
      <dgm:prSet presAssocID="{064EF23A-F590-2546-A4DD-336F587941C4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411030C2-4695-4B4F-A910-D87A48B77BE4}" type="pres">
      <dgm:prSet presAssocID="{73121D2B-EB45-984D-9358-3728C9A9CD8E}" presName="root1" presStyleCnt="0"/>
      <dgm:spPr/>
    </dgm:pt>
    <dgm:pt modelId="{FD0B1175-45F3-3C4C-BFA5-FD04D16B09D8}" type="pres">
      <dgm:prSet presAssocID="{73121D2B-EB45-984D-9358-3728C9A9CD8E}" presName="LevelOneTextNode" presStyleLbl="node0" presStyleIdx="0" presStyleCnt="1" custAng="5400000" custScaleY="51458" custLinFactX="-37844" custLinFactNeighborX="-100000" custLinFactNeighborY="0">
        <dgm:presLayoutVars>
          <dgm:chPref val="3"/>
        </dgm:presLayoutVars>
      </dgm:prSet>
      <dgm:spPr/>
    </dgm:pt>
    <dgm:pt modelId="{60388A86-D2BA-514D-96BE-E79AB6C5091A}" type="pres">
      <dgm:prSet presAssocID="{73121D2B-EB45-984D-9358-3728C9A9CD8E}" presName="level2hierChild" presStyleCnt="0"/>
      <dgm:spPr/>
    </dgm:pt>
    <dgm:pt modelId="{7E842A82-9E86-A440-99CC-434DC5F86FBB}" type="pres">
      <dgm:prSet presAssocID="{4441AC65-1EA4-A44B-B640-4E2315E6A238}" presName="conn2-1" presStyleLbl="parChTrans1D2" presStyleIdx="0" presStyleCnt="4"/>
      <dgm:spPr/>
    </dgm:pt>
    <dgm:pt modelId="{5420A9AB-D98F-7945-8103-9B2AB001FC26}" type="pres">
      <dgm:prSet presAssocID="{4441AC65-1EA4-A44B-B640-4E2315E6A238}" presName="connTx" presStyleLbl="parChTrans1D2" presStyleIdx="0" presStyleCnt="4"/>
      <dgm:spPr/>
    </dgm:pt>
    <dgm:pt modelId="{D94F1539-328D-844A-A885-FD30460DA0AE}" type="pres">
      <dgm:prSet presAssocID="{0B32BD2B-E806-7948-A948-F0C3E9B31C92}" presName="root2" presStyleCnt="0"/>
      <dgm:spPr/>
    </dgm:pt>
    <dgm:pt modelId="{5ED4016C-DF4E-BD4E-B4AD-8D58E42C4A8B}" type="pres">
      <dgm:prSet presAssocID="{0B32BD2B-E806-7948-A948-F0C3E9B31C92}" presName="LevelTwoTextNode" presStyleLbl="node2" presStyleIdx="0" presStyleCnt="4" custLinFactNeighborX="43127" custLinFactNeighborY="-8377">
        <dgm:presLayoutVars>
          <dgm:chPref val="3"/>
        </dgm:presLayoutVars>
      </dgm:prSet>
      <dgm:spPr/>
    </dgm:pt>
    <dgm:pt modelId="{077CFA99-5D27-2240-8FF8-7A29F02453A1}" type="pres">
      <dgm:prSet presAssocID="{0B32BD2B-E806-7948-A948-F0C3E9B31C92}" presName="level3hierChild" presStyleCnt="0"/>
      <dgm:spPr/>
    </dgm:pt>
    <dgm:pt modelId="{619489AE-16BE-0B46-A01E-2CE4D701D47A}" type="pres">
      <dgm:prSet presAssocID="{989B16AB-0BAC-314A-B7E8-0A3E48312187}" presName="conn2-1" presStyleLbl="parChTrans1D2" presStyleIdx="1" presStyleCnt="4"/>
      <dgm:spPr/>
    </dgm:pt>
    <dgm:pt modelId="{A3097A87-F2E8-CD43-B80A-DB745078ABD0}" type="pres">
      <dgm:prSet presAssocID="{989B16AB-0BAC-314A-B7E8-0A3E48312187}" presName="connTx" presStyleLbl="parChTrans1D2" presStyleIdx="1" presStyleCnt="4"/>
      <dgm:spPr/>
    </dgm:pt>
    <dgm:pt modelId="{6FCD4ECC-22F4-9047-B8B4-DEAFA5372F91}" type="pres">
      <dgm:prSet presAssocID="{0053610F-5B44-2E40-8761-69380CA8C888}" presName="root2" presStyleCnt="0"/>
      <dgm:spPr/>
    </dgm:pt>
    <dgm:pt modelId="{782DF6C0-3145-194A-90FA-9FE43FD8543F}" type="pres">
      <dgm:prSet presAssocID="{0053610F-5B44-2E40-8761-69380CA8C888}" presName="LevelTwoTextNode" presStyleLbl="node2" presStyleIdx="1" presStyleCnt="4" custLinFactNeighborX="43127" custLinFactNeighborY="-8377">
        <dgm:presLayoutVars>
          <dgm:chPref val="3"/>
        </dgm:presLayoutVars>
      </dgm:prSet>
      <dgm:spPr/>
    </dgm:pt>
    <dgm:pt modelId="{8E7300C1-D5CB-D648-A08F-24DE32BB1361}" type="pres">
      <dgm:prSet presAssocID="{0053610F-5B44-2E40-8761-69380CA8C888}" presName="level3hierChild" presStyleCnt="0"/>
      <dgm:spPr/>
    </dgm:pt>
    <dgm:pt modelId="{120B375C-94E8-7A4A-9B98-469129F1410E}" type="pres">
      <dgm:prSet presAssocID="{85BFE8E8-F243-2649-BBD5-0C11E3AAADF1}" presName="conn2-1" presStyleLbl="parChTrans1D2" presStyleIdx="2" presStyleCnt="4"/>
      <dgm:spPr/>
    </dgm:pt>
    <dgm:pt modelId="{620A86EE-6E4B-6243-A31B-4DE11C983DC9}" type="pres">
      <dgm:prSet presAssocID="{85BFE8E8-F243-2649-BBD5-0C11E3AAADF1}" presName="connTx" presStyleLbl="parChTrans1D2" presStyleIdx="2" presStyleCnt="4"/>
      <dgm:spPr/>
    </dgm:pt>
    <dgm:pt modelId="{22FD5034-B8B5-724F-8031-D02212D0A881}" type="pres">
      <dgm:prSet presAssocID="{BE3FE431-EFE4-4F42-8717-5D65A9882CA1}" presName="root2" presStyleCnt="0"/>
      <dgm:spPr/>
    </dgm:pt>
    <dgm:pt modelId="{0CC23DC9-75BE-4B49-86C2-0F37899BEC83}" type="pres">
      <dgm:prSet presAssocID="{BE3FE431-EFE4-4F42-8717-5D65A9882CA1}" presName="LevelTwoTextNode" presStyleLbl="node2" presStyleIdx="2" presStyleCnt="4" custLinFactNeighborX="43127" custLinFactNeighborY="-8377">
        <dgm:presLayoutVars>
          <dgm:chPref val="3"/>
        </dgm:presLayoutVars>
      </dgm:prSet>
      <dgm:spPr/>
    </dgm:pt>
    <dgm:pt modelId="{1A47D4C8-8E9E-7344-B610-A5C77D663203}" type="pres">
      <dgm:prSet presAssocID="{BE3FE431-EFE4-4F42-8717-5D65A9882CA1}" presName="level3hierChild" presStyleCnt="0"/>
      <dgm:spPr/>
    </dgm:pt>
    <dgm:pt modelId="{8D80D916-D845-BE49-B25F-C15485A3120B}" type="pres">
      <dgm:prSet presAssocID="{CC703C38-2ADE-054F-BE2B-0D25C149FBDF}" presName="conn2-1" presStyleLbl="parChTrans1D2" presStyleIdx="3" presStyleCnt="4"/>
      <dgm:spPr/>
    </dgm:pt>
    <dgm:pt modelId="{1E9B0BDD-CE01-AC43-8A28-5AA1D3D8D2C8}" type="pres">
      <dgm:prSet presAssocID="{CC703C38-2ADE-054F-BE2B-0D25C149FBDF}" presName="connTx" presStyleLbl="parChTrans1D2" presStyleIdx="3" presStyleCnt="4"/>
      <dgm:spPr/>
    </dgm:pt>
    <dgm:pt modelId="{C13053FF-C7AE-B84A-9DCA-C2F62D2FBE4E}" type="pres">
      <dgm:prSet presAssocID="{CFA768E5-DF5C-404D-B9AB-585A42B06D97}" presName="root2" presStyleCnt="0"/>
      <dgm:spPr/>
    </dgm:pt>
    <dgm:pt modelId="{58C6CA4D-5CE8-6945-A503-AFF99B33154D}" type="pres">
      <dgm:prSet presAssocID="{CFA768E5-DF5C-404D-B9AB-585A42B06D97}" presName="LevelTwoTextNode" presStyleLbl="node2" presStyleIdx="3" presStyleCnt="4" custLinFactNeighborX="43127" custLinFactNeighborY="-8377">
        <dgm:presLayoutVars>
          <dgm:chPref val="3"/>
        </dgm:presLayoutVars>
      </dgm:prSet>
      <dgm:spPr/>
    </dgm:pt>
    <dgm:pt modelId="{73D7E28B-D093-9341-A369-17541D3659A4}" type="pres">
      <dgm:prSet presAssocID="{CFA768E5-DF5C-404D-B9AB-585A42B06D97}" presName="level3hierChild" presStyleCnt="0"/>
      <dgm:spPr/>
    </dgm:pt>
  </dgm:ptLst>
  <dgm:cxnLst>
    <dgm:cxn modelId="{42656105-32A1-8C4E-80EC-7E5B399E1C0A}" srcId="{73121D2B-EB45-984D-9358-3728C9A9CD8E}" destId="{BE3FE431-EFE4-4F42-8717-5D65A9882CA1}" srcOrd="2" destOrd="0" parTransId="{85BFE8E8-F243-2649-BBD5-0C11E3AAADF1}" sibTransId="{E812F318-620F-DA4A-9CA5-DDAD79AE2FC2}"/>
    <dgm:cxn modelId="{6C5EFC09-52BA-5148-8FBC-D9548FD5F9DA}" type="presOf" srcId="{CC703C38-2ADE-054F-BE2B-0D25C149FBDF}" destId="{1E9B0BDD-CE01-AC43-8A28-5AA1D3D8D2C8}" srcOrd="1" destOrd="0" presId="urn:microsoft.com/office/officeart/2008/layout/HorizontalMultiLevelHierarchy"/>
    <dgm:cxn modelId="{3720271D-99B7-424F-A1BF-284509731E87}" type="presOf" srcId="{4441AC65-1EA4-A44B-B640-4E2315E6A238}" destId="{7E842A82-9E86-A440-99CC-434DC5F86FBB}" srcOrd="0" destOrd="0" presId="urn:microsoft.com/office/officeart/2008/layout/HorizontalMultiLevelHierarchy"/>
    <dgm:cxn modelId="{29F21C42-1E2F-1947-B3A7-2188E9E24588}" srcId="{73121D2B-EB45-984D-9358-3728C9A9CD8E}" destId="{CFA768E5-DF5C-404D-B9AB-585A42B06D97}" srcOrd="3" destOrd="0" parTransId="{CC703C38-2ADE-054F-BE2B-0D25C149FBDF}" sibTransId="{4563D1A9-B605-8E46-980D-035F2DA21384}"/>
    <dgm:cxn modelId="{B53D384E-F043-514B-BF7F-2119C2A762D3}" type="presOf" srcId="{989B16AB-0BAC-314A-B7E8-0A3E48312187}" destId="{619489AE-16BE-0B46-A01E-2CE4D701D47A}" srcOrd="0" destOrd="0" presId="urn:microsoft.com/office/officeart/2008/layout/HorizontalMultiLevelHierarchy"/>
    <dgm:cxn modelId="{D4621D55-1AE5-EF4F-ABFA-03C4DB729F29}" type="presOf" srcId="{0053610F-5B44-2E40-8761-69380CA8C888}" destId="{782DF6C0-3145-194A-90FA-9FE43FD8543F}" srcOrd="0" destOrd="0" presId="urn:microsoft.com/office/officeart/2008/layout/HorizontalMultiLevelHierarchy"/>
    <dgm:cxn modelId="{30379A6D-B978-8647-A34C-4CF1BEDACBDD}" srcId="{73121D2B-EB45-984D-9358-3728C9A9CD8E}" destId="{0B32BD2B-E806-7948-A948-F0C3E9B31C92}" srcOrd="0" destOrd="0" parTransId="{4441AC65-1EA4-A44B-B640-4E2315E6A238}" sibTransId="{219F20E1-02C3-3642-8B54-F73265CB43BD}"/>
    <dgm:cxn modelId="{A8C92075-05EC-E34D-8303-BE0634697ED8}" srcId="{73121D2B-EB45-984D-9358-3728C9A9CD8E}" destId="{0053610F-5B44-2E40-8761-69380CA8C888}" srcOrd="1" destOrd="0" parTransId="{989B16AB-0BAC-314A-B7E8-0A3E48312187}" sibTransId="{F75B48B6-E3EB-EA45-876D-897F7FE39EF2}"/>
    <dgm:cxn modelId="{D9BB9B9B-813A-314C-B32A-74D09BC674FB}" type="presOf" srcId="{4441AC65-1EA4-A44B-B640-4E2315E6A238}" destId="{5420A9AB-D98F-7945-8103-9B2AB001FC26}" srcOrd="1" destOrd="0" presId="urn:microsoft.com/office/officeart/2008/layout/HorizontalMultiLevelHierarchy"/>
    <dgm:cxn modelId="{1B8E00A6-0B9F-CA43-A484-A06861BCB276}" type="presOf" srcId="{73121D2B-EB45-984D-9358-3728C9A9CD8E}" destId="{FD0B1175-45F3-3C4C-BFA5-FD04D16B09D8}" srcOrd="0" destOrd="0" presId="urn:microsoft.com/office/officeart/2008/layout/HorizontalMultiLevelHierarchy"/>
    <dgm:cxn modelId="{E5773DAA-EDC9-7245-9BF8-7A75DAAFF0D1}" srcId="{064EF23A-F590-2546-A4DD-336F587941C4}" destId="{73121D2B-EB45-984D-9358-3728C9A9CD8E}" srcOrd="0" destOrd="0" parTransId="{E8FA8A8E-BF3C-5447-90F6-677A1913E0F3}" sibTransId="{8FC6FC80-16E6-A748-B2D3-D37C3C968077}"/>
    <dgm:cxn modelId="{454BD3B1-2DD0-4A40-9E70-2DD694BFC735}" type="presOf" srcId="{CFA768E5-DF5C-404D-B9AB-585A42B06D97}" destId="{58C6CA4D-5CE8-6945-A503-AFF99B33154D}" srcOrd="0" destOrd="0" presId="urn:microsoft.com/office/officeart/2008/layout/HorizontalMultiLevelHierarchy"/>
    <dgm:cxn modelId="{490ACEB2-24E8-A844-9B3A-F788B1FA244E}" type="presOf" srcId="{064EF23A-F590-2546-A4DD-336F587941C4}" destId="{7369010D-8ADC-EF4D-89F8-D6A78B8F6633}" srcOrd="0" destOrd="0" presId="urn:microsoft.com/office/officeart/2008/layout/HorizontalMultiLevelHierarchy"/>
    <dgm:cxn modelId="{6E25DBB9-196D-0446-A7FD-CB9BBFC8A05C}" type="presOf" srcId="{0B32BD2B-E806-7948-A948-F0C3E9B31C92}" destId="{5ED4016C-DF4E-BD4E-B4AD-8D58E42C4A8B}" srcOrd="0" destOrd="0" presId="urn:microsoft.com/office/officeart/2008/layout/HorizontalMultiLevelHierarchy"/>
    <dgm:cxn modelId="{10B7CDC7-A5E2-0F48-A9AC-8B90074B9EED}" type="presOf" srcId="{BE3FE431-EFE4-4F42-8717-5D65A9882CA1}" destId="{0CC23DC9-75BE-4B49-86C2-0F37899BEC83}" srcOrd="0" destOrd="0" presId="urn:microsoft.com/office/officeart/2008/layout/HorizontalMultiLevelHierarchy"/>
    <dgm:cxn modelId="{495F56E0-5868-DE45-A2CF-9158473BB88F}" type="presOf" srcId="{85BFE8E8-F243-2649-BBD5-0C11E3AAADF1}" destId="{620A86EE-6E4B-6243-A31B-4DE11C983DC9}" srcOrd="1" destOrd="0" presId="urn:microsoft.com/office/officeart/2008/layout/HorizontalMultiLevelHierarchy"/>
    <dgm:cxn modelId="{11784EE2-4A3F-754C-B591-9F99F2CA411B}" type="presOf" srcId="{CC703C38-2ADE-054F-BE2B-0D25C149FBDF}" destId="{8D80D916-D845-BE49-B25F-C15485A3120B}" srcOrd="0" destOrd="0" presId="urn:microsoft.com/office/officeart/2008/layout/HorizontalMultiLevelHierarchy"/>
    <dgm:cxn modelId="{24AA02EE-18C7-F247-8AA2-36120306D638}" type="presOf" srcId="{989B16AB-0BAC-314A-B7E8-0A3E48312187}" destId="{A3097A87-F2E8-CD43-B80A-DB745078ABD0}" srcOrd="1" destOrd="0" presId="urn:microsoft.com/office/officeart/2008/layout/HorizontalMultiLevelHierarchy"/>
    <dgm:cxn modelId="{25D79CF2-6A1D-624A-B054-43CA69922B21}" type="presOf" srcId="{85BFE8E8-F243-2649-BBD5-0C11E3AAADF1}" destId="{120B375C-94E8-7A4A-9B98-469129F1410E}" srcOrd="0" destOrd="0" presId="urn:microsoft.com/office/officeart/2008/layout/HorizontalMultiLevelHierarchy"/>
    <dgm:cxn modelId="{CEF48A4A-9AB4-334E-B9F5-D8008EAF2015}" type="presParOf" srcId="{7369010D-8ADC-EF4D-89F8-D6A78B8F6633}" destId="{411030C2-4695-4B4F-A910-D87A48B77BE4}" srcOrd="0" destOrd="0" presId="urn:microsoft.com/office/officeart/2008/layout/HorizontalMultiLevelHierarchy"/>
    <dgm:cxn modelId="{1BFF1408-3960-DB47-A209-DAD9C034A434}" type="presParOf" srcId="{411030C2-4695-4B4F-A910-D87A48B77BE4}" destId="{FD0B1175-45F3-3C4C-BFA5-FD04D16B09D8}" srcOrd="0" destOrd="0" presId="urn:microsoft.com/office/officeart/2008/layout/HorizontalMultiLevelHierarchy"/>
    <dgm:cxn modelId="{BF30372A-9270-6742-8EB6-2EF948F30770}" type="presParOf" srcId="{411030C2-4695-4B4F-A910-D87A48B77BE4}" destId="{60388A86-D2BA-514D-96BE-E79AB6C5091A}" srcOrd="1" destOrd="0" presId="urn:microsoft.com/office/officeart/2008/layout/HorizontalMultiLevelHierarchy"/>
    <dgm:cxn modelId="{27A00121-F033-1345-8A8F-E5C249BDC356}" type="presParOf" srcId="{60388A86-D2BA-514D-96BE-E79AB6C5091A}" destId="{7E842A82-9E86-A440-99CC-434DC5F86FBB}" srcOrd="0" destOrd="0" presId="urn:microsoft.com/office/officeart/2008/layout/HorizontalMultiLevelHierarchy"/>
    <dgm:cxn modelId="{C7BC01DB-CF4A-1746-91E8-FE8AE7657630}" type="presParOf" srcId="{7E842A82-9E86-A440-99CC-434DC5F86FBB}" destId="{5420A9AB-D98F-7945-8103-9B2AB001FC26}" srcOrd="0" destOrd="0" presId="urn:microsoft.com/office/officeart/2008/layout/HorizontalMultiLevelHierarchy"/>
    <dgm:cxn modelId="{3EDCD74E-0F50-A144-81C3-BCA59154C13C}" type="presParOf" srcId="{60388A86-D2BA-514D-96BE-E79AB6C5091A}" destId="{D94F1539-328D-844A-A885-FD30460DA0AE}" srcOrd="1" destOrd="0" presId="urn:microsoft.com/office/officeart/2008/layout/HorizontalMultiLevelHierarchy"/>
    <dgm:cxn modelId="{77139F09-D1E3-4945-AC1E-DB8834C1F7A0}" type="presParOf" srcId="{D94F1539-328D-844A-A885-FD30460DA0AE}" destId="{5ED4016C-DF4E-BD4E-B4AD-8D58E42C4A8B}" srcOrd="0" destOrd="0" presId="urn:microsoft.com/office/officeart/2008/layout/HorizontalMultiLevelHierarchy"/>
    <dgm:cxn modelId="{129146DC-CD3C-EC4F-A9A5-E4F80BB34AA6}" type="presParOf" srcId="{D94F1539-328D-844A-A885-FD30460DA0AE}" destId="{077CFA99-5D27-2240-8FF8-7A29F02453A1}" srcOrd="1" destOrd="0" presId="urn:microsoft.com/office/officeart/2008/layout/HorizontalMultiLevelHierarchy"/>
    <dgm:cxn modelId="{7F701103-1B96-C944-ACA9-166C1249FA3E}" type="presParOf" srcId="{60388A86-D2BA-514D-96BE-E79AB6C5091A}" destId="{619489AE-16BE-0B46-A01E-2CE4D701D47A}" srcOrd="2" destOrd="0" presId="urn:microsoft.com/office/officeart/2008/layout/HorizontalMultiLevelHierarchy"/>
    <dgm:cxn modelId="{8355E2E2-F769-764F-87B8-D4974EA8BF82}" type="presParOf" srcId="{619489AE-16BE-0B46-A01E-2CE4D701D47A}" destId="{A3097A87-F2E8-CD43-B80A-DB745078ABD0}" srcOrd="0" destOrd="0" presId="urn:microsoft.com/office/officeart/2008/layout/HorizontalMultiLevelHierarchy"/>
    <dgm:cxn modelId="{AC180BE5-8784-1A45-9F7A-83D33CE41577}" type="presParOf" srcId="{60388A86-D2BA-514D-96BE-E79AB6C5091A}" destId="{6FCD4ECC-22F4-9047-B8B4-DEAFA5372F91}" srcOrd="3" destOrd="0" presId="urn:microsoft.com/office/officeart/2008/layout/HorizontalMultiLevelHierarchy"/>
    <dgm:cxn modelId="{E456CA41-FC99-1E4E-9BEE-D82D57F393C8}" type="presParOf" srcId="{6FCD4ECC-22F4-9047-B8B4-DEAFA5372F91}" destId="{782DF6C0-3145-194A-90FA-9FE43FD8543F}" srcOrd="0" destOrd="0" presId="urn:microsoft.com/office/officeart/2008/layout/HorizontalMultiLevelHierarchy"/>
    <dgm:cxn modelId="{1BB73C30-1196-E146-87AA-CBEA644ED2F2}" type="presParOf" srcId="{6FCD4ECC-22F4-9047-B8B4-DEAFA5372F91}" destId="{8E7300C1-D5CB-D648-A08F-24DE32BB1361}" srcOrd="1" destOrd="0" presId="urn:microsoft.com/office/officeart/2008/layout/HorizontalMultiLevelHierarchy"/>
    <dgm:cxn modelId="{1DA8FF49-6EB2-AC48-A80B-4513E40E09A9}" type="presParOf" srcId="{60388A86-D2BA-514D-96BE-E79AB6C5091A}" destId="{120B375C-94E8-7A4A-9B98-469129F1410E}" srcOrd="4" destOrd="0" presId="urn:microsoft.com/office/officeart/2008/layout/HorizontalMultiLevelHierarchy"/>
    <dgm:cxn modelId="{05110169-3673-2346-901D-DB5C2783E397}" type="presParOf" srcId="{120B375C-94E8-7A4A-9B98-469129F1410E}" destId="{620A86EE-6E4B-6243-A31B-4DE11C983DC9}" srcOrd="0" destOrd="0" presId="urn:microsoft.com/office/officeart/2008/layout/HorizontalMultiLevelHierarchy"/>
    <dgm:cxn modelId="{12822864-BF06-DB42-A41A-EAFEE7F8BC3A}" type="presParOf" srcId="{60388A86-D2BA-514D-96BE-E79AB6C5091A}" destId="{22FD5034-B8B5-724F-8031-D02212D0A881}" srcOrd="5" destOrd="0" presId="urn:microsoft.com/office/officeart/2008/layout/HorizontalMultiLevelHierarchy"/>
    <dgm:cxn modelId="{A23601C6-65C6-044A-B682-A94CB260567E}" type="presParOf" srcId="{22FD5034-B8B5-724F-8031-D02212D0A881}" destId="{0CC23DC9-75BE-4B49-86C2-0F37899BEC83}" srcOrd="0" destOrd="0" presId="urn:microsoft.com/office/officeart/2008/layout/HorizontalMultiLevelHierarchy"/>
    <dgm:cxn modelId="{88CEE17C-B2C4-F946-8CAA-5649E1AE10E2}" type="presParOf" srcId="{22FD5034-B8B5-724F-8031-D02212D0A881}" destId="{1A47D4C8-8E9E-7344-B610-A5C77D663203}" srcOrd="1" destOrd="0" presId="urn:microsoft.com/office/officeart/2008/layout/HorizontalMultiLevelHierarchy"/>
    <dgm:cxn modelId="{47F296E3-A88E-EC4B-8B59-BCD1A3EF9F30}" type="presParOf" srcId="{60388A86-D2BA-514D-96BE-E79AB6C5091A}" destId="{8D80D916-D845-BE49-B25F-C15485A3120B}" srcOrd="6" destOrd="0" presId="urn:microsoft.com/office/officeart/2008/layout/HorizontalMultiLevelHierarchy"/>
    <dgm:cxn modelId="{B08AAA8A-F784-DE49-B048-6ECE10FD6EF0}" type="presParOf" srcId="{8D80D916-D845-BE49-B25F-C15485A3120B}" destId="{1E9B0BDD-CE01-AC43-8A28-5AA1D3D8D2C8}" srcOrd="0" destOrd="0" presId="urn:microsoft.com/office/officeart/2008/layout/HorizontalMultiLevelHierarchy"/>
    <dgm:cxn modelId="{C80D0F8B-16C2-BD43-92CF-1704B56CA1C3}" type="presParOf" srcId="{60388A86-D2BA-514D-96BE-E79AB6C5091A}" destId="{C13053FF-C7AE-B84A-9DCA-C2F62D2FBE4E}" srcOrd="7" destOrd="0" presId="urn:microsoft.com/office/officeart/2008/layout/HorizontalMultiLevelHierarchy"/>
    <dgm:cxn modelId="{A3D4958F-EAB8-474D-9004-216944952998}" type="presParOf" srcId="{C13053FF-C7AE-B84A-9DCA-C2F62D2FBE4E}" destId="{58C6CA4D-5CE8-6945-A503-AFF99B33154D}" srcOrd="0" destOrd="0" presId="urn:microsoft.com/office/officeart/2008/layout/HorizontalMultiLevelHierarchy"/>
    <dgm:cxn modelId="{F64D7513-1407-A94F-9CD5-787B54F3499C}" type="presParOf" srcId="{C13053FF-C7AE-B84A-9DCA-C2F62D2FBE4E}" destId="{73D7E28B-D093-9341-A369-17541D3659A4}" srcOrd="1" destOrd="0" presId="urn:microsoft.com/office/officeart/2008/layout/HorizontalMultiLevelHierarchy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64EF23A-F590-2546-A4DD-336F587941C4}" type="doc">
      <dgm:prSet loTypeId="urn:microsoft.com/office/officeart/2008/layout/HorizontalMultiLevelHierarchy" loCatId="" qsTypeId="urn:microsoft.com/office/officeart/2005/8/quickstyle/simple3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73121D2B-EB45-984D-9358-3728C9A9CD8E}">
      <dgm:prSet phldrT="[Text]" custT="1"/>
      <dgm:spPr/>
      <dgm:t>
        <a:bodyPr/>
        <a:lstStyle/>
        <a:p>
          <a:r>
            <a:rPr lang="en-US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Network</a:t>
          </a:r>
        </a:p>
        <a:p>
          <a:r>
            <a:rPr lang="en-US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Types</a:t>
          </a:r>
        </a:p>
      </dgm:t>
    </dgm:pt>
    <dgm:pt modelId="{E8FA8A8E-BF3C-5447-90F6-677A1913E0F3}" type="parTrans" cxnId="{E5773DAA-EDC9-7245-9BF8-7A75DAAFF0D1}">
      <dgm:prSet/>
      <dgm:spPr/>
      <dgm:t>
        <a:bodyPr/>
        <a:lstStyle/>
        <a:p>
          <a:endParaRPr lang="en-US" sz="1100"/>
        </a:p>
      </dgm:t>
    </dgm:pt>
    <dgm:pt modelId="{8FC6FC80-16E6-A748-B2D3-D37C3C968077}" type="sibTrans" cxnId="{E5773DAA-EDC9-7245-9BF8-7A75DAAFF0D1}">
      <dgm:prSet/>
      <dgm:spPr/>
      <dgm:t>
        <a:bodyPr/>
        <a:lstStyle/>
        <a:p>
          <a:endParaRPr lang="en-US" sz="1100"/>
        </a:p>
      </dgm:t>
    </dgm:pt>
    <dgm:pt modelId="{0B32BD2B-E806-7948-A948-F0C3E9B31C92}">
      <dgm:prSet phldrT="[Text]" custT="1"/>
      <dgm:spPr/>
      <dgm:t>
        <a:bodyPr/>
        <a:lstStyle/>
        <a:p>
          <a:r>
            <a:rPr lang="en-US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Local Area Network (LAN)</a:t>
          </a:r>
        </a:p>
      </dgm:t>
    </dgm:pt>
    <dgm:pt modelId="{219F20E1-02C3-3642-8B54-F73265CB43BD}" type="sibTrans" cxnId="{30379A6D-B978-8647-A34C-4CF1BEDACBDD}">
      <dgm:prSet/>
      <dgm:spPr/>
      <dgm:t>
        <a:bodyPr/>
        <a:lstStyle/>
        <a:p>
          <a:endParaRPr lang="en-US" sz="1100"/>
        </a:p>
      </dgm:t>
    </dgm:pt>
    <dgm:pt modelId="{4441AC65-1EA4-A44B-B640-4E2315E6A238}" type="parTrans" cxnId="{30379A6D-B978-8647-A34C-4CF1BEDACBDD}">
      <dgm:prSet custT="1"/>
      <dgm:spPr/>
      <dgm:t>
        <a:bodyPr/>
        <a:lstStyle/>
        <a:p>
          <a:endParaRPr lang="en-US" sz="105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053610F-5B44-2E40-8761-69380CA8C888}">
      <dgm:prSet phldrT="[Text]" custT="1"/>
      <dgm:spPr/>
      <dgm:t>
        <a:bodyPr/>
        <a:lstStyle/>
        <a:p>
          <a:r>
            <a:rPr lang="en-US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Metropolitan Area Network (MAN)</a:t>
          </a:r>
        </a:p>
      </dgm:t>
    </dgm:pt>
    <dgm:pt modelId="{F75B48B6-E3EB-EA45-876D-897F7FE39EF2}" type="sibTrans" cxnId="{A8C92075-05EC-E34D-8303-BE0634697ED8}">
      <dgm:prSet/>
      <dgm:spPr/>
      <dgm:t>
        <a:bodyPr/>
        <a:lstStyle/>
        <a:p>
          <a:endParaRPr lang="en-US" sz="1100"/>
        </a:p>
      </dgm:t>
    </dgm:pt>
    <dgm:pt modelId="{989B16AB-0BAC-314A-B7E8-0A3E48312187}" type="parTrans" cxnId="{A8C92075-05EC-E34D-8303-BE0634697ED8}">
      <dgm:prSet custT="1"/>
      <dgm:spPr/>
      <dgm:t>
        <a:bodyPr/>
        <a:lstStyle/>
        <a:p>
          <a:endParaRPr lang="en-US" sz="105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E3FE431-EFE4-4F42-8717-5D65A9882CA1}">
      <dgm:prSet phldrT="[Text]" custT="1"/>
      <dgm:spPr/>
      <dgm:t>
        <a:bodyPr/>
        <a:lstStyle/>
        <a:p>
          <a:r>
            <a:rPr lang="en-US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Wide Area Network (WAN)</a:t>
          </a:r>
        </a:p>
      </dgm:t>
    </dgm:pt>
    <dgm:pt modelId="{85BFE8E8-F243-2649-BBD5-0C11E3AAADF1}" type="parTrans" cxnId="{42656105-32A1-8C4E-80EC-7E5B399E1C0A}">
      <dgm:prSet custT="1"/>
      <dgm:spPr/>
      <dgm:t>
        <a:bodyPr/>
        <a:lstStyle/>
        <a:p>
          <a:endParaRPr lang="en-US" sz="400"/>
        </a:p>
      </dgm:t>
    </dgm:pt>
    <dgm:pt modelId="{E812F318-620F-DA4A-9CA5-DDAD79AE2FC2}" type="sibTrans" cxnId="{42656105-32A1-8C4E-80EC-7E5B399E1C0A}">
      <dgm:prSet/>
      <dgm:spPr/>
      <dgm:t>
        <a:bodyPr/>
        <a:lstStyle/>
        <a:p>
          <a:endParaRPr lang="en-US" sz="1100"/>
        </a:p>
      </dgm:t>
    </dgm:pt>
    <dgm:pt modelId="{7369010D-8ADC-EF4D-89F8-D6A78B8F6633}" type="pres">
      <dgm:prSet presAssocID="{064EF23A-F590-2546-A4DD-336F587941C4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411030C2-4695-4B4F-A910-D87A48B77BE4}" type="pres">
      <dgm:prSet presAssocID="{73121D2B-EB45-984D-9358-3728C9A9CD8E}" presName="root1" presStyleCnt="0"/>
      <dgm:spPr/>
    </dgm:pt>
    <dgm:pt modelId="{FD0B1175-45F3-3C4C-BFA5-FD04D16B09D8}" type="pres">
      <dgm:prSet presAssocID="{73121D2B-EB45-984D-9358-3728C9A9CD8E}" presName="LevelOneTextNode" presStyleLbl="node0" presStyleIdx="0" presStyleCnt="1" custAng="5400000" custScaleY="51458" custLinFactNeighborX="-62364" custLinFactNeighborY="-1200">
        <dgm:presLayoutVars>
          <dgm:chPref val="3"/>
        </dgm:presLayoutVars>
      </dgm:prSet>
      <dgm:spPr/>
    </dgm:pt>
    <dgm:pt modelId="{60388A86-D2BA-514D-96BE-E79AB6C5091A}" type="pres">
      <dgm:prSet presAssocID="{73121D2B-EB45-984D-9358-3728C9A9CD8E}" presName="level2hierChild" presStyleCnt="0"/>
      <dgm:spPr/>
    </dgm:pt>
    <dgm:pt modelId="{7E842A82-9E86-A440-99CC-434DC5F86FBB}" type="pres">
      <dgm:prSet presAssocID="{4441AC65-1EA4-A44B-B640-4E2315E6A238}" presName="conn2-1" presStyleLbl="parChTrans1D2" presStyleIdx="0" presStyleCnt="3"/>
      <dgm:spPr/>
    </dgm:pt>
    <dgm:pt modelId="{5420A9AB-D98F-7945-8103-9B2AB001FC26}" type="pres">
      <dgm:prSet presAssocID="{4441AC65-1EA4-A44B-B640-4E2315E6A238}" presName="connTx" presStyleLbl="parChTrans1D2" presStyleIdx="0" presStyleCnt="3"/>
      <dgm:spPr/>
    </dgm:pt>
    <dgm:pt modelId="{D94F1539-328D-844A-A885-FD30460DA0AE}" type="pres">
      <dgm:prSet presAssocID="{0B32BD2B-E806-7948-A948-F0C3E9B31C92}" presName="root2" presStyleCnt="0"/>
      <dgm:spPr/>
    </dgm:pt>
    <dgm:pt modelId="{5ED4016C-DF4E-BD4E-B4AD-8D58E42C4A8B}" type="pres">
      <dgm:prSet presAssocID="{0B32BD2B-E806-7948-A948-F0C3E9B31C92}" presName="LevelTwoTextNode" presStyleLbl="node2" presStyleIdx="0" presStyleCnt="3" custLinFactNeighborX="43127" custLinFactNeighborY="-8377">
        <dgm:presLayoutVars>
          <dgm:chPref val="3"/>
        </dgm:presLayoutVars>
      </dgm:prSet>
      <dgm:spPr/>
    </dgm:pt>
    <dgm:pt modelId="{077CFA99-5D27-2240-8FF8-7A29F02453A1}" type="pres">
      <dgm:prSet presAssocID="{0B32BD2B-E806-7948-A948-F0C3E9B31C92}" presName="level3hierChild" presStyleCnt="0"/>
      <dgm:spPr/>
    </dgm:pt>
    <dgm:pt modelId="{619489AE-16BE-0B46-A01E-2CE4D701D47A}" type="pres">
      <dgm:prSet presAssocID="{989B16AB-0BAC-314A-B7E8-0A3E48312187}" presName="conn2-1" presStyleLbl="parChTrans1D2" presStyleIdx="1" presStyleCnt="3"/>
      <dgm:spPr/>
    </dgm:pt>
    <dgm:pt modelId="{A3097A87-F2E8-CD43-B80A-DB745078ABD0}" type="pres">
      <dgm:prSet presAssocID="{989B16AB-0BAC-314A-B7E8-0A3E48312187}" presName="connTx" presStyleLbl="parChTrans1D2" presStyleIdx="1" presStyleCnt="3"/>
      <dgm:spPr/>
    </dgm:pt>
    <dgm:pt modelId="{6FCD4ECC-22F4-9047-B8B4-DEAFA5372F91}" type="pres">
      <dgm:prSet presAssocID="{0053610F-5B44-2E40-8761-69380CA8C888}" presName="root2" presStyleCnt="0"/>
      <dgm:spPr/>
    </dgm:pt>
    <dgm:pt modelId="{782DF6C0-3145-194A-90FA-9FE43FD8543F}" type="pres">
      <dgm:prSet presAssocID="{0053610F-5B44-2E40-8761-69380CA8C888}" presName="LevelTwoTextNode" presStyleLbl="node2" presStyleIdx="1" presStyleCnt="3" custLinFactNeighborX="43127" custLinFactNeighborY="-8377">
        <dgm:presLayoutVars>
          <dgm:chPref val="3"/>
        </dgm:presLayoutVars>
      </dgm:prSet>
      <dgm:spPr/>
    </dgm:pt>
    <dgm:pt modelId="{8E7300C1-D5CB-D648-A08F-24DE32BB1361}" type="pres">
      <dgm:prSet presAssocID="{0053610F-5B44-2E40-8761-69380CA8C888}" presName="level3hierChild" presStyleCnt="0"/>
      <dgm:spPr/>
    </dgm:pt>
    <dgm:pt modelId="{120B375C-94E8-7A4A-9B98-469129F1410E}" type="pres">
      <dgm:prSet presAssocID="{85BFE8E8-F243-2649-BBD5-0C11E3AAADF1}" presName="conn2-1" presStyleLbl="parChTrans1D2" presStyleIdx="2" presStyleCnt="3"/>
      <dgm:spPr/>
    </dgm:pt>
    <dgm:pt modelId="{620A86EE-6E4B-6243-A31B-4DE11C983DC9}" type="pres">
      <dgm:prSet presAssocID="{85BFE8E8-F243-2649-BBD5-0C11E3AAADF1}" presName="connTx" presStyleLbl="parChTrans1D2" presStyleIdx="2" presStyleCnt="3"/>
      <dgm:spPr/>
    </dgm:pt>
    <dgm:pt modelId="{22FD5034-B8B5-724F-8031-D02212D0A881}" type="pres">
      <dgm:prSet presAssocID="{BE3FE431-EFE4-4F42-8717-5D65A9882CA1}" presName="root2" presStyleCnt="0"/>
      <dgm:spPr/>
    </dgm:pt>
    <dgm:pt modelId="{0CC23DC9-75BE-4B49-86C2-0F37899BEC83}" type="pres">
      <dgm:prSet presAssocID="{BE3FE431-EFE4-4F42-8717-5D65A9882CA1}" presName="LevelTwoTextNode" presStyleLbl="node2" presStyleIdx="2" presStyleCnt="3" custLinFactNeighborX="43127" custLinFactNeighborY="-8377">
        <dgm:presLayoutVars>
          <dgm:chPref val="3"/>
        </dgm:presLayoutVars>
      </dgm:prSet>
      <dgm:spPr/>
    </dgm:pt>
    <dgm:pt modelId="{1A47D4C8-8E9E-7344-B610-A5C77D663203}" type="pres">
      <dgm:prSet presAssocID="{BE3FE431-EFE4-4F42-8717-5D65A9882CA1}" presName="level3hierChild" presStyleCnt="0"/>
      <dgm:spPr/>
    </dgm:pt>
  </dgm:ptLst>
  <dgm:cxnLst>
    <dgm:cxn modelId="{42656105-32A1-8C4E-80EC-7E5B399E1C0A}" srcId="{73121D2B-EB45-984D-9358-3728C9A9CD8E}" destId="{BE3FE431-EFE4-4F42-8717-5D65A9882CA1}" srcOrd="2" destOrd="0" parTransId="{85BFE8E8-F243-2649-BBD5-0C11E3AAADF1}" sibTransId="{E812F318-620F-DA4A-9CA5-DDAD79AE2FC2}"/>
    <dgm:cxn modelId="{3720271D-99B7-424F-A1BF-284509731E87}" type="presOf" srcId="{4441AC65-1EA4-A44B-B640-4E2315E6A238}" destId="{7E842A82-9E86-A440-99CC-434DC5F86FBB}" srcOrd="0" destOrd="0" presId="urn:microsoft.com/office/officeart/2008/layout/HorizontalMultiLevelHierarchy"/>
    <dgm:cxn modelId="{B53D384E-F043-514B-BF7F-2119C2A762D3}" type="presOf" srcId="{989B16AB-0BAC-314A-B7E8-0A3E48312187}" destId="{619489AE-16BE-0B46-A01E-2CE4D701D47A}" srcOrd="0" destOrd="0" presId="urn:microsoft.com/office/officeart/2008/layout/HorizontalMultiLevelHierarchy"/>
    <dgm:cxn modelId="{D4621D55-1AE5-EF4F-ABFA-03C4DB729F29}" type="presOf" srcId="{0053610F-5B44-2E40-8761-69380CA8C888}" destId="{782DF6C0-3145-194A-90FA-9FE43FD8543F}" srcOrd="0" destOrd="0" presId="urn:microsoft.com/office/officeart/2008/layout/HorizontalMultiLevelHierarchy"/>
    <dgm:cxn modelId="{30379A6D-B978-8647-A34C-4CF1BEDACBDD}" srcId="{73121D2B-EB45-984D-9358-3728C9A9CD8E}" destId="{0B32BD2B-E806-7948-A948-F0C3E9B31C92}" srcOrd="0" destOrd="0" parTransId="{4441AC65-1EA4-A44B-B640-4E2315E6A238}" sibTransId="{219F20E1-02C3-3642-8B54-F73265CB43BD}"/>
    <dgm:cxn modelId="{A8C92075-05EC-E34D-8303-BE0634697ED8}" srcId="{73121D2B-EB45-984D-9358-3728C9A9CD8E}" destId="{0053610F-5B44-2E40-8761-69380CA8C888}" srcOrd="1" destOrd="0" parTransId="{989B16AB-0BAC-314A-B7E8-0A3E48312187}" sibTransId="{F75B48B6-E3EB-EA45-876D-897F7FE39EF2}"/>
    <dgm:cxn modelId="{D9BB9B9B-813A-314C-B32A-74D09BC674FB}" type="presOf" srcId="{4441AC65-1EA4-A44B-B640-4E2315E6A238}" destId="{5420A9AB-D98F-7945-8103-9B2AB001FC26}" srcOrd="1" destOrd="0" presId="urn:microsoft.com/office/officeart/2008/layout/HorizontalMultiLevelHierarchy"/>
    <dgm:cxn modelId="{1B8E00A6-0B9F-CA43-A484-A06861BCB276}" type="presOf" srcId="{73121D2B-EB45-984D-9358-3728C9A9CD8E}" destId="{FD0B1175-45F3-3C4C-BFA5-FD04D16B09D8}" srcOrd="0" destOrd="0" presId="urn:microsoft.com/office/officeart/2008/layout/HorizontalMultiLevelHierarchy"/>
    <dgm:cxn modelId="{E5773DAA-EDC9-7245-9BF8-7A75DAAFF0D1}" srcId="{064EF23A-F590-2546-A4DD-336F587941C4}" destId="{73121D2B-EB45-984D-9358-3728C9A9CD8E}" srcOrd="0" destOrd="0" parTransId="{E8FA8A8E-BF3C-5447-90F6-677A1913E0F3}" sibTransId="{8FC6FC80-16E6-A748-B2D3-D37C3C968077}"/>
    <dgm:cxn modelId="{490ACEB2-24E8-A844-9B3A-F788B1FA244E}" type="presOf" srcId="{064EF23A-F590-2546-A4DD-336F587941C4}" destId="{7369010D-8ADC-EF4D-89F8-D6A78B8F6633}" srcOrd="0" destOrd="0" presId="urn:microsoft.com/office/officeart/2008/layout/HorizontalMultiLevelHierarchy"/>
    <dgm:cxn modelId="{6E25DBB9-196D-0446-A7FD-CB9BBFC8A05C}" type="presOf" srcId="{0B32BD2B-E806-7948-A948-F0C3E9B31C92}" destId="{5ED4016C-DF4E-BD4E-B4AD-8D58E42C4A8B}" srcOrd="0" destOrd="0" presId="urn:microsoft.com/office/officeart/2008/layout/HorizontalMultiLevelHierarchy"/>
    <dgm:cxn modelId="{10B7CDC7-A5E2-0F48-A9AC-8B90074B9EED}" type="presOf" srcId="{BE3FE431-EFE4-4F42-8717-5D65A9882CA1}" destId="{0CC23DC9-75BE-4B49-86C2-0F37899BEC83}" srcOrd="0" destOrd="0" presId="urn:microsoft.com/office/officeart/2008/layout/HorizontalMultiLevelHierarchy"/>
    <dgm:cxn modelId="{495F56E0-5868-DE45-A2CF-9158473BB88F}" type="presOf" srcId="{85BFE8E8-F243-2649-BBD5-0C11E3AAADF1}" destId="{620A86EE-6E4B-6243-A31B-4DE11C983DC9}" srcOrd="1" destOrd="0" presId="urn:microsoft.com/office/officeart/2008/layout/HorizontalMultiLevelHierarchy"/>
    <dgm:cxn modelId="{24AA02EE-18C7-F247-8AA2-36120306D638}" type="presOf" srcId="{989B16AB-0BAC-314A-B7E8-0A3E48312187}" destId="{A3097A87-F2E8-CD43-B80A-DB745078ABD0}" srcOrd="1" destOrd="0" presId="urn:microsoft.com/office/officeart/2008/layout/HorizontalMultiLevelHierarchy"/>
    <dgm:cxn modelId="{25D79CF2-6A1D-624A-B054-43CA69922B21}" type="presOf" srcId="{85BFE8E8-F243-2649-BBD5-0C11E3AAADF1}" destId="{120B375C-94E8-7A4A-9B98-469129F1410E}" srcOrd="0" destOrd="0" presId="urn:microsoft.com/office/officeart/2008/layout/HorizontalMultiLevelHierarchy"/>
    <dgm:cxn modelId="{CEF48A4A-9AB4-334E-B9F5-D8008EAF2015}" type="presParOf" srcId="{7369010D-8ADC-EF4D-89F8-D6A78B8F6633}" destId="{411030C2-4695-4B4F-A910-D87A48B77BE4}" srcOrd="0" destOrd="0" presId="urn:microsoft.com/office/officeart/2008/layout/HorizontalMultiLevelHierarchy"/>
    <dgm:cxn modelId="{1BFF1408-3960-DB47-A209-DAD9C034A434}" type="presParOf" srcId="{411030C2-4695-4B4F-A910-D87A48B77BE4}" destId="{FD0B1175-45F3-3C4C-BFA5-FD04D16B09D8}" srcOrd="0" destOrd="0" presId="urn:microsoft.com/office/officeart/2008/layout/HorizontalMultiLevelHierarchy"/>
    <dgm:cxn modelId="{BF30372A-9270-6742-8EB6-2EF948F30770}" type="presParOf" srcId="{411030C2-4695-4B4F-A910-D87A48B77BE4}" destId="{60388A86-D2BA-514D-96BE-E79AB6C5091A}" srcOrd="1" destOrd="0" presId="urn:microsoft.com/office/officeart/2008/layout/HorizontalMultiLevelHierarchy"/>
    <dgm:cxn modelId="{27A00121-F033-1345-8A8F-E5C249BDC356}" type="presParOf" srcId="{60388A86-D2BA-514D-96BE-E79AB6C5091A}" destId="{7E842A82-9E86-A440-99CC-434DC5F86FBB}" srcOrd="0" destOrd="0" presId="urn:microsoft.com/office/officeart/2008/layout/HorizontalMultiLevelHierarchy"/>
    <dgm:cxn modelId="{C7BC01DB-CF4A-1746-91E8-FE8AE7657630}" type="presParOf" srcId="{7E842A82-9E86-A440-99CC-434DC5F86FBB}" destId="{5420A9AB-D98F-7945-8103-9B2AB001FC26}" srcOrd="0" destOrd="0" presId="urn:microsoft.com/office/officeart/2008/layout/HorizontalMultiLevelHierarchy"/>
    <dgm:cxn modelId="{3EDCD74E-0F50-A144-81C3-BCA59154C13C}" type="presParOf" srcId="{60388A86-D2BA-514D-96BE-E79AB6C5091A}" destId="{D94F1539-328D-844A-A885-FD30460DA0AE}" srcOrd="1" destOrd="0" presId="urn:microsoft.com/office/officeart/2008/layout/HorizontalMultiLevelHierarchy"/>
    <dgm:cxn modelId="{77139F09-D1E3-4945-AC1E-DB8834C1F7A0}" type="presParOf" srcId="{D94F1539-328D-844A-A885-FD30460DA0AE}" destId="{5ED4016C-DF4E-BD4E-B4AD-8D58E42C4A8B}" srcOrd="0" destOrd="0" presId="urn:microsoft.com/office/officeart/2008/layout/HorizontalMultiLevelHierarchy"/>
    <dgm:cxn modelId="{129146DC-CD3C-EC4F-A9A5-E4F80BB34AA6}" type="presParOf" srcId="{D94F1539-328D-844A-A885-FD30460DA0AE}" destId="{077CFA99-5D27-2240-8FF8-7A29F02453A1}" srcOrd="1" destOrd="0" presId="urn:microsoft.com/office/officeart/2008/layout/HorizontalMultiLevelHierarchy"/>
    <dgm:cxn modelId="{7F701103-1B96-C944-ACA9-166C1249FA3E}" type="presParOf" srcId="{60388A86-D2BA-514D-96BE-E79AB6C5091A}" destId="{619489AE-16BE-0B46-A01E-2CE4D701D47A}" srcOrd="2" destOrd="0" presId="urn:microsoft.com/office/officeart/2008/layout/HorizontalMultiLevelHierarchy"/>
    <dgm:cxn modelId="{8355E2E2-F769-764F-87B8-D4974EA8BF82}" type="presParOf" srcId="{619489AE-16BE-0B46-A01E-2CE4D701D47A}" destId="{A3097A87-F2E8-CD43-B80A-DB745078ABD0}" srcOrd="0" destOrd="0" presId="urn:microsoft.com/office/officeart/2008/layout/HorizontalMultiLevelHierarchy"/>
    <dgm:cxn modelId="{AC180BE5-8784-1A45-9F7A-83D33CE41577}" type="presParOf" srcId="{60388A86-D2BA-514D-96BE-E79AB6C5091A}" destId="{6FCD4ECC-22F4-9047-B8B4-DEAFA5372F91}" srcOrd="3" destOrd="0" presId="urn:microsoft.com/office/officeart/2008/layout/HorizontalMultiLevelHierarchy"/>
    <dgm:cxn modelId="{E456CA41-FC99-1E4E-9BEE-D82D57F393C8}" type="presParOf" srcId="{6FCD4ECC-22F4-9047-B8B4-DEAFA5372F91}" destId="{782DF6C0-3145-194A-90FA-9FE43FD8543F}" srcOrd="0" destOrd="0" presId="urn:microsoft.com/office/officeart/2008/layout/HorizontalMultiLevelHierarchy"/>
    <dgm:cxn modelId="{1BB73C30-1196-E146-87AA-CBEA644ED2F2}" type="presParOf" srcId="{6FCD4ECC-22F4-9047-B8B4-DEAFA5372F91}" destId="{8E7300C1-D5CB-D648-A08F-24DE32BB1361}" srcOrd="1" destOrd="0" presId="urn:microsoft.com/office/officeart/2008/layout/HorizontalMultiLevelHierarchy"/>
    <dgm:cxn modelId="{1DA8FF49-6EB2-AC48-A80B-4513E40E09A9}" type="presParOf" srcId="{60388A86-D2BA-514D-96BE-E79AB6C5091A}" destId="{120B375C-94E8-7A4A-9B98-469129F1410E}" srcOrd="4" destOrd="0" presId="urn:microsoft.com/office/officeart/2008/layout/HorizontalMultiLevelHierarchy"/>
    <dgm:cxn modelId="{05110169-3673-2346-901D-DB5C2783E397}" type="presParOf" srcId="{120B375C-94E8-7A4A-9B98-469129F1410E}" destId="{620A86EE-6E4B-6243-A31B-4DE11C983DC9}" srcOrd="0" destOrd="0" presId="urn:microsoft.com/office/officeart/2008/layout/HorizontalMultiLevelHierarchy"/>
    <dgm:cxn modelId="{12822864-BF06-DB42-A41A-EAFEE7F8BC3A}" type="presParOf" srcId="{60388A86-D2BA-514D-96BE-E79AB6C5091A}" destId="{22FD5034-B8B5-724F-8031-D02212D0A881}" srcOrd="5" destOrd="0" presId="urn:microsoft.com/office/officeart/2008/layout/HorizontalMultiLevelHierarchy"/>
    <dgm:cxn modelId="{A23601C6-65C6-044A-B682-A94CB260567E}" type="presParOf" srcId="{22FD5034-B8B5-724F-8031-D02212D0A881}" destId="{0CC23DC9-75BE-4B49-86C2-0F37899BEC83}" srcOrd="0" destOrd="0" presId="urn:microsoft.com/office/officeart/2008/layout/HorizontalMultiLevelHierarchy"/>
    <dgm:cxn modelId="{88CEE17C-B2C4-F946-8CAA-5649E1AE10E2}" type="presParOf" srcId="{22FD5034-B8B5-724F-8031-D02212D0A881}" destId="{1A47D4C8-8E9E-7344-B610-A5C77D663203}" srcOrd="1" destOrd="0" presId="urn:microsoft.com/office/officeart/2008/layout/HorizontalMultiLevelHierarchy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F25E2B-39A0-1F4A-9A3A-FC13A46BA1BA}">
      <dsp:nvSpPr>
        <dsp:cNvPr id="0" name=""/>
        <dsp:cNvSpPr/>
      </dsp:nvSpPr>
      <dsp:spPr>
        <a:xfrm>
          <a:off x="3446022" y="1973258"/>
          <a:ext cx="2232593" cy="96021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66159"/>
              </a:lnTo>
              <a:lnTo>
                <a:pt x="2232593" y="766159"/>
              </a:lnTo>
              <a:lnTo>
                <a:pt x="2232593" y="960210"/>
              </a:lnTo>
            </a:path>
          </a:pathLst>
        </a:cu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5A2827D-61FC-6649-9573-FEC969A3E620}">
      <dsp:nvSpPr>
        <dsp:cNvPr id="0" name=""/>
        <dsp:cNvSpPr/>
      </dsp:nvSpPr>
      <dsp:spPr>
        <a:xfrm>
          <a:off x="3396689" y="1973258"/>
          <a:ext cx="91440" cy="960210"/>
        </a:xfrm>
        <a:custGeom>
          <a:avLst/>
          <a:gdLst/>
          <a:ahLst/>
          <a:cxnLst/>
          <a:rect l="0" t="0" r="0" b="0"/>
          <a:pathLst>
            <a:path>
              <a:moveTo>
                <a:pt x="49333" y="0"/>
              </a:moveTo>
              <a:lnTo>
                <a:pt x="49333" y="766159"/>
              </a:lnTo>
              <a:lnTo>
                <a:pt x="45720" y="766159"/>
              </a:lnTo>
              <a:lnTo>
                <a:pt x="45720" y="960210"/>
              </a:lnTo>
            </a:path>
          </a:pathLst>
        </a:cu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2BD1097-53C5-2846-9E15-2E2A0C1EF6BC}">
      <dsp:nvSpPr>
        <dsp:cNvPr id="0" name=""/>
        <dsp:cNvSpPr/>
      </dsp:nvSpPr>
      <dsp:spPr>
        <a:xfrm>
          <a:off x="1065793" y="1973258"/>
          <a:ext cx="2380228" cy="960210"/>
        </a:xfrm>
        <a:custGeom>
          <a:avLst/>
          <a:gdLst/>
          <a:ahLst/>
          <a:cxnLst/>
          <a:rect l="0" t="0" r="0" b="0"/>
          <a:pathLst>
            <a:path>
              <a:moveTo>
                <a:pt x="2380228" y="0"/>
              </a:moveTo>
              <a:lnTo>
                <a:pt x="2380228" y="766159"/>
              </a:lnTo>
              <a:lnTo>
                <a:pt x="0" y="766159"/>
              </a:lnTo>
              <a:lnTo>
                <a:pt x="0" y="960210"/>
              </a:lnTo>
            </a:path>
          </a:pathLst>
        </a:cu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0D51A70-F270-4A46-930C-11E01516A270}">
      <dsp:nvSpPr>
        <dsp:cNvPr id="0" name=""/>
        <dsp:cNvSpPr/>
      </dsp:nvSpPr>
      <dsp:spPr>
        <a:xfrm>
          <a:off x="1501807" y="1049206"/>
          <a:ext cx="3888429" cy="924052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Network Criteria</a:t>
          </a:r>
        </a:p>
      </dsp:txBody>
      <dsp:txXfrm>
        <a:off x="1501807" y="1049206"/>
        <a:ext cx="3888429" cy="924052"/>
      </dsp:txXfrm>
    </dsp:sp>
    <dsp:sp modelId="{3615ABA4-D0D9-B44A-9F2B-57EF9BD76247}">
      <dsp:nvSpPr>
        <dsp:cNvPr id="0" name=""/>
        <dsp:cNvSpPr/>
      </dsp:nvSpPr>
      <dsp:spPr>
        <a:xfrm>
          <a:off x="1332" y="2933469"/>
          <a:ext cx="2128923" cy="924052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Performance</a:t>
          </a:r>
        </a:p>
      </dsp:txBody>
      <dsp:txXfrm>
        <a:off x="1332" y="2933469"/>
        <a:ext cx="2128923" cy="924052"/>
      </dsp:txXfrm>
    </dsp:sp>
    <dsp:sp modelId="{E68D38BC-688A-0046-B7ED-D263DF8418C7}">
      <dsp:nvSpPr>
        <dsp:cNvPr id="0" name=""/>
        <dsp:cNvSpPr/>
      </dsp:nvSpPr>
      <dsp:spPr>
        <a:xfrm>
          <a:off x="2518357" y="2933469"/>
          <a:ext cx="1848104" cy="924052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49000">
              <a:schemeClr val="dk2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Reliability</a:t>
          </a:r>
        </a:p>
      </dsp:txBody>
      <dsp:txXfrm>
        <a:off x="2518357" y="2933469"/>
        <a:ext cx="1848104" cy="924052"/>
      </dsp:txXfrm>
    </dsp:sp>
    <dsp:sp modelId="{79D4DBED-13BF-104C-91FF-8525A0A03D05}">
      <dsp:nvSpPr>
        <dsp:cNvPr id="0" name=""/>
        <dsp:cNvSpPr/>
      </dsp:nvSpPr>
      <dsp:spPr>
        <a:xfrm>
          <a:off x="4754563" y="2933469"/>
          <a:ext cx="1848104" cy="924052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Security </a:t>
          </a:r>
        </a:p>
      </dsp:txBody>
      <dsp:txXfrm>
        <a:off x="4754563" y="2933469"/>
        <a:ext cx="1848104" cy="92405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D80D916-D845-BE49-B25F-C15485A3120B}">
      <dsp:nvSpPr>
        <dsp:cNvPr id="0" name=""/>
        <dsp:cNvSpPr/>
      </dsp:nvSpPr>
      <dsp:spPr>
        <a:xfrm>
          <a:off x="1551015" y="2201333"/>
          <a:ext cx="2255034" cy="149837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127517" y="0"/>
              </a:lnTo>
              <a:lnTo>
                <a:pt x="1127517" y="1498375"/>
              </a:lnTo>
              <a:lnTo>
                <a:pt x="2255034" y="1498375"/>
              </a:lnTo>
            </a:path>
          </a:pathLst>
        </a:custGeom>
        <a:noFill/>
        <a:ln w="12700" cap="flat" cmpd="sng" algn="ctr">
          <a:solidFill>
            <a:schemeClr val="accent3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610846" y="2882835"/>
        <a:ext cx="135372" cy="135372"/>
      </dsp:txXfrm>
    </dsp:sp>
    <dsp:sp modelId="{120B375C-94E8-7A4A-9B98-469129F1410E}">
      <dsp:nvSpPr>
        <dsp:cNvPr id="0" name=""/>
        <dsp:cNvSpPr/>
      </dsp:nvSpPr>
      <dsp:spPr>
        <a:xfrm>
          <a:off x="1551015" y="2201333"/>
          <a:ext cx="2255034" cy="45274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127517" y="0"/>
              </a:lnTo>
              <a:lnTo>
                <a:pt x="1127517" y="452742"/>
              </a:lnTo>
              <a:lnTo>
                <a:pt x="2255034" y="452742"/>
              </a:lnTo>
            </a:path>
          </a:pathLst>
        </a:custGeom>
        <a:noFill/>
        <a:ln w="12700" cap="flat" cmpd="sng" algn="ctr">
          <a:solidFill>
            <a:schemeClr val="accent3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>
        <a:off x="2621032" y="2370203"/>
        <a:ext cx="115001" cy="115001"/>
      </dsp:txXfrm>
    </dsp:sp>
    <dsp:sp modelId="{619489AE-16BE-0B46-A01E-2CE4D701D47A}">
      <dsp:nvSpPr>
        <dsp:cNvPr id="0" name=""/>
        <dsp:cNvSpPr/>
      </dsp:nvSpPr>
      <dsp:spPr>
        <a:xfrm>
          <a:off x="1551015" y="1608442"/>
          <a:ext cx="2255034" cy="592890"/>
        </a:xfrm>
        <a:custGeom>
          <a:avLst/>
          <a:gdLst/>
          <a:ahLst/>
          <a:cxnLst/>
          <a:rect l="0" t="0" r="0" b="0"/>
          <a:pathLst>
            <a:path>
              <a:moveTo>
                <a:pt x="0" y="592890"/>
              </a:moveTo>
              <a:lnTo>
                <a:pt x="1127517" y="592890"/>
              </a:lnTo>
              <a:lnTo>
                <a:pt x="1127517" y="0"/>
              </a:lnTo>
              <a:lnTo>
                <a:pt x="2255034" y="0"/>
              </a:lnTo>
            </a:path>
          </a:pathLst>
        </a:custGeom>
        <a:noFill/>
        <a:ln w="12700" cap="flat" cmpd="sng" algn="ctr">
          <a:solidFill>
            <a:schemeClr val="accent3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620241" y="1846596"/>
        <a:ext cx="116583" cy="116583"/>
      </dsp:txXfrm>
    </dsp:sp>
    <dsp:sp modelId="{7E842A82-9E86-A440-99CC-434DC5F86FBB}">
      <dsp:nvSpPr>
        <dsp:cNvPr id="0" name=""/>
        <dsp:cNvSpPr/>
      </dsp:nvSpPr>
      <dsp:spPr>
        <a:xfrm>
          <a:off x="1551015" y="562809"/>
          <a:ext cx="2255034" cy="1638524"/>
        </a:xfrm>
        <a:custGeom>
          <a:avLst/>
          <a:gdLst/>
          <a:ahLst/>
          <a:cxnLst/>
          <a:rect l="0" t="0" r="0" b="0"/>
          <a:pathLst>
            <a:path>
              <a:moveTo>
                <a:pt x="0" y="1638524"/>
              </a:moveTo>
              <a:lnTo>
                <a:pt x="1127517" y="1638524"/>
              </a:lnTo>
              <a:lnTo>
                <a:pt x="1127517" y="0"/>
              </a:lnTo>
              <a:lnTo>
                <a:pt x="2255034" y="0"/>
              </a:lnTo>
            </a:path>
          </a:pathLst>
        </a:custGeom>
        <a:noFill/>
        <a:ln w="12700" cap="flat" cmpd="sng" algn="ctr">
          <a:solidFill>
            <a:schemeClr val="accent3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608846" y="1312384"/>
        <a:ext cx="139373" cy="139373"/>
      </dsp:txXfrm>
    </dsp:sp>
    <dsp:sp modelId="{FD0B1175-45F3-3C4C-BFA5-FD04D16B09D8}">
      <dsp:nvSpPr>
        <dsp:cNvPr id="0" name=""/>
        <dsp:cNvSpPr/>
      </dsp:nvSpPr>
      <dsp:spPr>
        <a:xfrm>
          <a:off x="0" y="1783080"/>
          <a:ext cx="2265524" cy="836506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Topology</a:t>
          </a:r>
        </a:p>
      </dsp:txBody>
      <dsp:txXfrm>
        <a:off x="0" y="1783080"/>
        <a:ext cx="2265524" cy="836506"/>
      </dsp:txXfrm>
    </dsp:sp>
    <dsp:sp modelId="{5ED4016C-DF4E-BD4E-B4AD-8D58E42C4A8B}">
      <dsp:nvSpPr>
        <dsp:cNvPr id="0" name=""/>
        <dsp:cNvSpPr/>
      </dsp:nvSpPr>
      <dsp:spPr>
        <a:xfrm>
          <a:off x="3806050" y="144555"/>
          <a:ext cx="2743742" cy="836506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Mesh</a:t>
          </a:r>
        </a:p>
      </dsp:txBody>
      <dsp:txXfrm>
        <a:off x="3806050" y="144555"/>
        <a:ext cx="2743742" cy="836506"/>
      </dsp:txXfrm>
    </dsp:sp>
    <dsp:sp modelId="{782DF6C0-3145-194A-90FA-9FE43FD8543F}">
      <dsp:nvSpPr>
        <dsp:cNvPr id="0" name=""/>
        <dsp:cNvSpPr/>
      </dsp:nvSpPr>
      <dsp:spPr>
        <a:xfrm>
          <a:off x="3806050" y="1190189"/>
          <a:ext cx="2743742" cy="836506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Star</a:t>
          </a:r>
        </a:p>
      </dsp:txBody>
      <dsp:txXfrm>
        <a:off x="3806050" y="1190189"/>
        <a:ext cx="2743742" cy="836506"/>
      </dsp:txXfrm>
    </dsp:sp>
    <dsp:sp modelId="{0CC23DC9-75BE-4B49-86C2-0F37899BEC83}">
      <dsp:nvSpPr>
        <dsp:cNvPr id="0" name=""/>
        <dsp:cNvSpPr/>
      </dsp:nvSpPr>
      <dsp:spPr>
        <a:xfrm>
          <a:off x="3806050" y="2235822"/>
          <a:ext cx="2743742" cy="836506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Bus</a:t>
          </a:r>
        </a:p>
      </dsp:txBody>
      <dsp:txXfrm>
        <a:off x="3806050" y="2235822"/>
        <a:ext cx="2743742" cy="836506"/>
      </dsp:txXfrm>
    </dsp:sp>
    <dsp:sp modelId="{58C6CA4D-5CE8-6945-A503-AFF99B33154D}">
      <dsp:nvSpPr>
        <dsp:cNvPr id="0" name=""/>
        <dsp:cNvSpPr/>
      </dsp:nvSpPr>
      <dsp:spPr>
        <a:xfrm>
          <a:off x="3806050" y="3281456"/>
          <a:ext cx="2743742" cy="836506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Ring</a:t>
          </a:r>
        </a:p>
      </dsp:txBody>
      <dsp:txXfrm>
        <a:off x="3806050" y="3281456"/>
        <a:ext cx="2743742" cy="83650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20B375C-94E8-7A4A-9B98-469129F1410E}">
      <dsp:nvSpPr>
        <dsp:cNvPr id="0" name=""/>
        <dsp:cNvSpPr/>
      </dsp:nvSpPr>
      <dsp:spPr>
        <a:xfrm>
          <a:off x="1552329" y="2148501"/>
          <a:ext cx="2253721" cy="102839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126860" y="0"/>
              </a:lnTo>
              <a:lnTo>
                <a:pt x="1126860" y="1028391"/>
              </a:lnTo>
              <a:lnTo>
                <a:pt x="2253721" y="1028391"/>
              </a:lnTo>
            </a:path>
          </a:pathLst>
        </a:custGeom>
        <a:noFill/>
        <a:ln w="12700" cap="flat" cmpd="sng" algn="ctr">
          <a:solidFill>
            <a:schemeClr val="accent3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77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400" kern="1200"/>
        </a:p>
      </dsp:txBody>
      <dsp:txXfrm>
        <a:off x="2617257" y="2600765"/>
        <a:ext cx="123863" cy="123863"/>
      </dsp:txXfrm>
    </dsp:sp>
    <dsp:sp modelId="{619489AE-16BE-0B46-A01E-2CE4D701D47A}">
      <dsp:nvSpPr>
        <dsp:cNvPr id="0" name=""/>
        <dsp:cNvSpPr/>
      </dsp:nvSpPr>
      <dsp:spPr>
        <a:xfrm>
          <a:off x="1552329" y="2085539"/>
          <a:ext cx="225372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62962"/>
              </a:moveTo>
              <a:lnTo>
                <a:pt x="1126860" y="62962"/>
              </a:lnTo>
              <a:lnTo>
                <a:pt x="1126860" y="45720"/>
              </a:lnTo>
              <a:lnTo>
                <a:pt x="2253721" y="45720"/>
              </a:lnTo>
            </a:path>
          </a:pathLst>
        </a:custGeom>
        <a:noFill/>
        <a:ln w="12700" cap="flat" cmpd="sng" algn="ctr">
          <a:solidFill>
            <a:schemeClr val="accent3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5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622844" y="2074914"/>
        <a:ext cx="112689" cy="112689"/>
      </dsp:txXfrm>
    </dsp:sp>
    <dsp:sp modelId="{7E842A82-9E86-A440-99CC-434DC5F86FBB}">
      <dsp:nvSpPr>
        <dsp:cNvPr id="0" name=""/>
        <dsp:cNvSpPr/>
      </dsp:nvSpPr>
      <dsp:spPr>
        <a:xfrm>
          <a:off x="1552329" y="1085625"/>
          <a:ext cx="2253721" cy="1062875"/>
        </a:xfrm>
        <a:custGeom>
          <a:avLst/>
          <a:gdLst/>
          <a:ahLst/>
          <a:cxnLst/>
          <a:rect l="0" t="0" r="0" b="0"/>
          <a:pathLst>
            <a:path>
              <a:moveTo>
                <a:pt x="0" y="1062875"/>
              </a:moveTo>
              <a:lnTo>
                <a:pt x="1126860" y="1062875"/>
              </a:lnTo>
              <a:lnTo>
                <a:pt x="1126860" y="0"/>
              </a:lnTo>
              <a:lnTo>
                <a:pt x="2253721" y="0"/>
              </a:lnTo>
            </a:path>
          </a:pathLst>
        </a:custGeom>
        <a:noFill/>
        <a:ln w="12700" cap="flat" cmpd="sng" algn="ctr">
          <a:solidFill>
            <a:schemeClr val="accent3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5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616895" y="1554769"/>
        <a:ext cx="124588" cy="124588"/>
      </dsp:txXfrm>
    </dsp:sp>
    <dsp:sp modelId="{FD0B1175-45F3-3C4C-BFA5-FD04D16B09D8}">
      <dsp:nvSpPr>
        <dsp:cNvPr id="0" name=""/>
        <dsp:cNvSpPr/>
      </dsp:nvSpPr>
      <dsp:spPr>
        <a:xfrm>
          <a:off x="1313" y="1730248"/>
          <a:ext cx="2265524" cy="836506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Network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Types</a:t>
          </a:r>
        </a:p>
      </dsp:txBody>
      <dsp:txXfrm>
        <a:off x="1313" y="1730248"/>
        <a:ext cx="2265524" cy="836506"/>
      </dsp:txXfrm>
    </dsp:sp>
    <dsp:sp modelId="{5ED4016C-DF4E-BD4E-B4AD-8D58E42C4A8B}">
      <dsp:nvSpPr>
        <dsp:cNvPr id="0" name=""/>
        <dsp:cNvSpPr/>
      </dsp:nvSpPr>
      <dsp:spPr>
        <a:xfrm>
          <a:off x="3806050" y="667372"/>
          <a:ext cx="2743742" cy="836506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Local Area Network (LAN)</a:t>
          </a:r>
        </a:p>
      </dsp:txBody>
      <dsp:txXfrm>
        <a:off x="3806050" y="667372"/>
        <a:ext cx="2743742" cy="836506"/>
      </dsp:txXfrm>
    </dsp:sp>
    <dsp:sp modelId="{782DF6C0-3145-194A-90FA-9FE43FD8543F}">
      <dsp:nvSpPr>
        <dsp:cNvPr id="0" name=""/>
        <dsp:cNvSpPr/>
      </dsp:nvSpPr>
      <dsp:spPr>
        <a:xfrm>
          <a:off x="3806050" y="1713005"/>
          <a:ext cx="2743742" cy="836506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Metropolitan Area Network (MAN)</a:t>
          </a:r>
        </a:p>
      </dsp:txBody>
      <dsp:txXfrm>
        <a:off x="3806050" y="1713005"/>
        <a:ext cx="2743742" cy="836506"/>
      </dsp:txXfrm>
    </dsp:sp>
    <dsp:sp modelId="{0CC23DC9-75BE-4B49-86C2-0F37899BEC83}">
      <dsp:nvSpPr>
        <dsp:cNvPr id="0" name=""/>
        <dsp:cNvSpPr/>
      </dsp:nvSpPr>
      <dsp:spPr>
        <a:xfrm>
          <a:off x="3806050" y="2758639"/>
          <a:ext cx="2743742" cy="836506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Wide Area Network (WAN)</a:t>
          </a:r>
        </a:p>
      </dsp:txBody>
      <dsp:txXfrm>
        <a:off x="3806050" y="2758639"/>
        <a:ext cx="2743742" cy="83650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5E7F9399-0D9E-A417-9458-CF0E8CD1D82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-1588" y="11113"/>
            <a:ext cx="2970213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 defTabSz="728663">
              <a:defRPr sz="1000" i="1">
                <a:solidFill>
                  <a:schemeClr val="tx1"/>
                </a:solidFill>
                <a:latin typeface="Book Antiqua" panose="02040602050305030304" pitchFamily="18" charset="0"/>
              </a:defRPr>
            </a:lvl1pPr>
          </a:lstStyle>
          <a:p>
            <a:endParaRPr lang="en-US" altLang="ko-KR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8C315CE0-5F3E-76F6-C2E1-C8C57865DD89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11113"/>
            <a:ext cx="2970213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 algn="r" defTabSz="728663">
              <a:defRPr sz="1000" i="1">
                <a:solidFill>
                  <a:schemeClr val="tx1"/>
                </a:solidFill>
                <a:latin typeface="Book Antiqua" panose="02040602050305030304" pitchFamily="18" charset="0"/>
              </a:defRPr>
            </a:lvl1pPr>
          </a:lstStyle>
          <a:p>
            <a:endParaRPr lang="en-US" altLang="ko-KR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6BFE9ABC-4E04-C5EE-607D-2C141DDB44B7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-1588" y="9248775"/>
            <a:ext cx="2970213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 defTabSz="728663">
              <a:defRPr sz="1000" i="1">
                <a:solidFill>
                  <a:schemeClr val="tx1"/>
                </a:solidFill>
                <a:latin typeface="Book Antiqua" panose="02040602050305030304" pitchFamily="18" charset="0"/>
              </a:defRPr>
            </a:lvl1pPr>
          </a:lstStyle>
          <a:p>
            <a:endParaRPr lang="en-US" altLang="ko-KR"/>
          </a:p>
        </p:txBody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52EA279A-33DC-47F0-1097-DBAB5FAF5102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9248775"/>
            <a:ext cx="2970213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 algn="r" defTabSz="728663">
              <a:defRPr sz="1000" i="1">
                <a:solidFill>
                  <a:schemeClr val="tx1"/>
                </a:solidFill>
                <a:latin typeface="Book Antiqua" panose="02040602050305030304" pitchFamily="18" charset="0"/>
              </a:defRPr>
            </a:lvl1pPr>
          </a:lstStyle>
          <a:p>
            <a:fld id="{4E171801-92D8-7C46-85D7-A887D85FB0DC}" type="slidenum">
              <a:rPr lang="en-US" altLang="ko-KR"/>
              <a:pPr/>
              <a:t>‹#›</a:t>
            </a:fld>
            <a:endParaRPr lang="en-US" altLang="ko-KR"/>
          </a:p>
        </p:txBody>
      </p:sp>
      <p:sp>
        <p:nvSpPr>
          <p:cNvPr id="3078" name="Rectangle 6">
            <a:extLst>
              <a:ext uri="{FF2B5EF4-FFF2-40B4-BE49-F238E27FC236}">
                <a16:creationId xmlns:a16="http://schemas.microsoft.com/office/drawing/2014/main" id="{22EB3AEC-0338-D851-723E-57A74788D6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95613" y="9263063"/>
            <a:ext cx="865187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79375" tIns="36512" rIns="79375" bIns="36512">
            <a:spAutoFit/>
          </a:bodyPr>
          <a:lstStyle>
            <a:lvl1pPr defTabSz="688975" latinLnBrk="1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</a:defRPr>
            </a:lvl1pPr>
            <a:lvl2pPr marL="388938" defTabSz="688975" latinLnBrk="1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</a:defRPr>
            </a:lvl2pPr>
            <a:lvl3pPr marL="776288" defTabSz="688975" latinLnBrk="1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</a:defRPr>
            </a:lvl3pPr>
            <a:lvl4pPr marL="1163638" defTabSz="688975" latinLnBrk="1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</a:defRPr>
            </a:lvl4pPr>
            <a:lvl5pPr marL="1547813" defTabSz="688975" latinLnBrk="1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</a:defRPr>
            </a:lvl5pPr>
            <a:lvl6pPr marL="2005013" defTabSz="688975" fontAlgn="base" latinLnBrk="1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</a:defRPr>
            </a:lvl6pPr>
            <a:lvl7pPr marL="2462213" defTabSz="688975" fontAlgn="base" latinLnBrk="1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</a:defRPr>
            </a:lvl7pPr>
            <a:lvl8pPr marL="2919413" defTabSz="688975" fontAlgn="base" latinLnBrk="1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</a:defRPr>
            </a:lvl8pPr>
            <a:lvl9pPr marL="3376613" defTabSz="688975" fontAlgn="base" latinLnBrk="1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</a:defRPr>
            </a:lvl9pPr>
          </a:lstStyle>
          <a:p>
            <a:pPr algn="ctr" latinLnBrk="0">
              <a:lnSpc>
                <a:spcPct val="90000"/>
              </a:lnSpc>
            </a:pPr>
            <a:r>
              <a:rPr lang="en-US" altLang="ko-KR" sz="1200">
                <a:latin typeface="Arial" panose="020B0604020202020204" pitchFamily="34" charset="0"/>
                <a:ea typeface="돋움" panose="020B0600000101010101" pitchFamily="34" charset="-127"/>
              </a:rPr>
              <a:t>Page </a:t>
            </a:r>
            <a:fld id="{E770C18E-076C-E948-9C63-C3A4BBD45FC0}" type="slidenum">
              <a:rPr lang="en-US" altLang="ko-KR" sz="1200">
                <a:latin typeface="Arial" panose="020B0604020202020204" pitchFamily="34" charset="0"/>
                <a:ea typeface="돋움" panose="020B0600000101010101" pitchFamily="34" charset="-127"/>
              </a:rPr>
              <a:pPr algn="ctr" latinLnBrk="0">
                <a:lnSpc>
                  <a:spcPct val="90000"/>
                </a:lnSpc>
              </a:pPr>
              <a:t>‹#›</a:t>
            </a:fld>
            <a:endParaRPr lang="en-US" altLang="ko-KR" sz="1200">
              <a:latin typeface="Arial" panose="020B0604020202020204" pitchFamily="34" charset="0"/>
              <a:ea typeface="돋움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A26C9571-BA4B-8B7C-381D-369D6F550424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54050" y="4400550"/>
            <a:ext cx="5570538" cy="464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4138" tIns="38100" rIns="84138" bIns="381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Body Text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55607741-26F2-E78C-2F32-BF295CEA88CC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19150" y="608013"/>
            <a:ext cx="5226050" cy="3617912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FFA80906-F254-9B7D-3149-723082C3AF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4813" y="9174163"/>
            <a:ext cx="3041650" cy="271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9050" tIns="0" rIns="19050" bIns="0" anchor="b"/>
          <a:lstStyle>
            <a:lvl1pPr defTabSz="609600" latinLnBrk="1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</a:defRPr>
            </a:lvl1pPr>
            <a:lvl2pPr marL="509588" defTabSz="609600" latinLnBrk="1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</a:defRPr>
            </a:lvl2pPr>
            <a:lvl3pPr marL="1020763" defTabSz="609600" latinLnBrk="1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</a:defRPr>
            </a:lvl3pPr>
            <a:lvl4pPr marL="1528763" defTabSz="609600" latinLnBrk="1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</a:defRPr>
            </a:lvl4pPr>
            <a:lvl5pPr marL="2039938" defTabSz="609600" latinLnBrk="1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</a:defRPr>
            </a:lvl5pPr>
            <a:lvl6pPr marL="2497138" defTabSz="609600" fontAlgn="base" latinLnBrk="1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</a:defRPr>
            </a:lvl6pPr>
            <a:lvl7pPr marL="2954338" defTabSz="609600" fontAlgn="base" latinLnBrk="1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</a:defRPr>
            </a:lvl7pPr>
            <a:lvl8pPr marL="3411538" defTabSz="609600" fontAlgn="base" latinLnBrk="1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</a:defRPr>
            </a:lvl8pPr>
            <a:lvl9pPr marL="3868738" defTabSz="609600" fontAlgn="base" latinLnBrk="1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</a:defRPr>
            </a:lvl9pPr>
          </a:lstStyle>
          <a:p>
            <a:pPr algn="ctr" eaLnBrk="1" latinLnBrk="0" hangingPunct="1"/>
            <a:r>
              <a:rPr lang="en-US" altLang="ko-KR" sz="1000">
                <a:latin typeface="Arial" panose="020B0604020202020204" pitchFamily="34" charset="0"/>
                <a:ea typeface="돋움" panose="020B0600000101010101" pitchFamily="34" charset="-127"/>
              </a:rPr>
              <a:t>Proprietary - </a:t>
            </a:r>
            <a:r>
              <a:rPr lang="ko-KR" altLang="en-US" sz="1000">
                <a:latin typeface="Arial" panose="020B0604020202020204" pitchFamily="34" charset="0"/>
                <a:ea typeface="돋움" panose="020B0600000101010101" pitchFamily="34" charset="-127"/>
              </a:rPr>
              <a:t>한국통신</a:t>
            </a:r>
          </a:p>
          <a:p>
            <a:pPr algn="ctr" eaLnBrk="1" latinLnBrk="0" hangingPunct="1"/>
            <a:r>
              <a:rPr lang="en-US" altLang="ko-KR" sz="1000">
                <a:latin typeface="Arial" panose="020B0604020202020204" pitchFamily="34" charset="0"/>
                <a:ea typeface="돋움" panose="020B0600000101010101" pitchFamily="34" charset="-127"/>
              </a:rPr>
              <a:t>see proprietary restrictions on the title page</a:t>
            </a:r>
          </a:p>
        </p:txBody>
      </p:sp>
      <p:sp>
        <p:nvSpPr>
          <p:cNvPr id="2053" name="Rectangle 5">
            <a:extLst>
              <a:ext uri="{FF2B5EF4-FFF2-40B4-BE49-F238E27FC236}">
                <a16:creationId xmlns:a16="http://schemas.microsoft.com/office/drawing/2014/main" id="{918FDD74-3FAF-AD1F-20F2-CC665474F9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97488" y="9193213"/>
            <a:ext cx="844550" cy="252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9050" tIns="0" rIns="19050" bIns="0" anchor="b"/>
          <a:lstStyle>
            <a:lvl1pPr defTabSz="609600" latinLnBrk="1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</a:defRPr>
            </a:lvl1pPr>
            <a:lvl2pPr marL="509588" defTabSz="609600" latinLnBrk="1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</a:defRPr>
            </a:lvl2pPr>
            <a:lvl3pPr marL="1020763" defTabSz="609600" latinLnBrk="1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</a:defRPr>
            </a:lvl3pPr>
            <a:lvl4pPr marL="1528763" defTabSz="609600" latinLnBrk="1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</a:defRPr>
            </a:lvl4pPr>
            <a:lvl5pPr marL="2039938" defTabSz="609600" latinLnBrk="1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</a:defRPr>
            </a:lvl5pPr>
            <a:lvl6pPr marL="2497138" defTabSz="609600" fontAlgn="base" latinLnBrk="1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</a:defRPr>
            </a:lvl6pPr>
            <a:lvl7pPr marL="2954338" defTabSz="609600" fontAlgn="base" latinLnBrk="1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</a:defRPr>
            </a:lvl7pPr>
            <a:lvl8pPr marL="3411538" defTabSz="609600" fontAlgn="base" latinLnBrk="1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</a:defRPr>
            </a:lvl8pPr>
            <a:lvl9pPr marL="3868738" defTabSz="609600" fontAlgn="base" latinLnBrk="1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</a:defRPr>
            </a:lvl9pPr>
          </a:lstStyle>
          <a:p>
            <a:pPr algn="r" eaLnBrk="1" latinLnBrk="0" hangingPunct="1"/>
            <a:r>
              <a:rPr lang="en-US" altLang="ko-KR" sz="1000" i="1">
                <a:latin typeface="Arial" panose="020B0604020202020204" pitchFamily="34" charset="0"/>
                <a:ea typeface="돋움" panose="020B0600000101010101" pitchFamily="34" charset="-127"/>
              </a:rPr>
              <a:t>N-RM </a:t>
            </a:r>
            <a:fld id="{FF7D3686-CE92-B94E-A7BD-A7584690C285}" type="slidenum">
              <a:rPr lang="en-US" altLang="ko-KR" sz="1000" i="1">
                <a:latin typeface="Arial" panose="020B0604020202020204" pitchFamily="34" charset="0"/>
                <a:ea typeface="돋움" panose="020B0600000101010101" pitchFamily="34" charset="-127"/>
              </a:rPr>
              <a:pPr algn="r" eaLnBrk="1" latinLnBrk="0" hangingPunct="1"/>
              <a:t>‹#›</a:t>
            </a:fld>
            <a:endParaRPr lang="en-US" altLang="ko-KR" sz="1000" i="1">
              <a:latin typeface="Arial" panose="020B0604020202020204" pitchFamily="34" charset="0"/>
              <a:ea typeface="돋움" panose="020B0600000101010101" pitchFamily="34" charset="-127"/>
            </a:endParaRPr>
          </a:p>
        </p:txBody>
      </p:sp>
      <p:sp>
        <p:nvSpPr>
          <p:cNvPr id="2054" name="Line 6">
            <a:extLst>
              <a:ext uri="{FF2B5EF4-FFF2-40B4-BE49-F238E27FC236}">
                <a16:creationId xmlns:a16="http://schemas.microsoft.com/office/drawing/2014/main" id="{636FAEB3-970D-391B-4C91-F032BD253742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" y="9120188"/>
            <a:ext cx="5638800" cy="95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728663" rtl="0" eaLnBrk="0" fontAlgn="base" hangingPunct="0">
      <a:lnSpc>
        <a:spcPct val="90000"/>
      </a:lnSpc>
      <a:spcBef>
        <a:spcPct val="40000"/>
      </a:spcBef>
      <a:spcAft>
        <a:spcPct val="0"/>
      </a:spcAft>
      <a:defRPr kumimoji="1" sz="1000" kern="1200">
        <a:solidFill>
          <a:schemeClr val="tx1"/>
        </a:solidFill>
        <a:latin typeface="Book Antiqua" panose="02040602050305030304" pitchFamily="18" charset="0"/>
        <a:ea typeface="돋움" panose="020B0600000101010101" pitchFamily="34" charset="-127"/>
        <a:cs typeface="+mn-cs"/>
      </a:defRPr>
    </a:lvl1pPr>
    <a:lvl2pPr marL="406400" algn="l" defTabSz="728663" rtl="0" eaLnBrk="0" fontAlgn="base" hangingPunct="0">
      <a:lnSpc>
        <a:spcPct val="90000"/>
      </a:lnSpc>
      <a:spcBef>
        <a:spcPct val="40000"/>
      </a:spcBef>
      <a:spcAft>
        <a:spcPct val="0"/>
      </a:spcAft>
      <a:defRPr kumimoji="1" sz="1000" kern="1200">
        <a:solidFill>
          <a:schemeClr val="tx1"/>
        </a:solidFill>
        <a:latin typeface="Book Antiqua" panose="02040602050305030304" pitchFamily="18" charset="0"/>
        <a:ea typeface="돋움" panose="020B0600000101010101" pitchFamily="34" charset="-127"/>
        <a:cs typeface="+mn-cs"/>
      </a:defRPr>
    </a:lvl2pPr>
    <a:lvl3pPr marL="814388" algn="l" defTabSz="728663" rtl="0" eaLnBrk="0" fontAlgn="base" hangingPunct="0">
      <a:lnSpc>
        <a:spcPct val="90000"/>
      </a:lnSpc>
      <a:spcBef>
        <a:spcPct val="40000"/>
      </a:spcBef>
      <a:spcAft>
        <a:spcPct val="0"/>
      </a:spcAft>
      <a:defRPr kumimoji="1" sz="1000" kern="1200">
        <a:solidFill>
          <a:schemeClr val="tx1"/>
        </a:solidFill>
        <a:latin typeface="Book Antiqua" panose="02040602050305030304" pitchFamily="18" charset="0"/>
        <a:ea typeface="돋움" panose="020B0600000101010101" pitchFamily="34" charset="-127"/>
        <a:cs typeface="+mn-cs"/>
      </a:defRPr>
    </a:lvl3pPr>
    <a:lvl4pPr marL="1223963" algn="l" defTabSz="728663" rtl="0" eaLnBrk="0" fontAlgn="base" hangingPunct="0">
      <a:lnSpc>
        <a:spcPct val="90000"/>
      </a:lnSpc>
      <a:spcBef>
        <a:spcPct val="40000"/>
      </a:spcBef>
      <a:spcAft>
        <a:spcPct val="0"/>
      </a:spcAft>
      <a:defRPr kumimoji="1" sz="1000" kern="1200">
        <a:solidFill>
          <a:schemeClr val="tx1"/>
        </a:solidFill>
        <a:latin typeface="Book Antiqua" panose="02040602050305030304" pitchFamily="18" charset="0"/>
        <a:ea typeface="돋움" panose="020B0600000101010101" pitchFamily="34" charset="-127"/>
        <a:cs typeface="+mn-cs"/>
      </a:defRPr>
    </a:lvl4pPr>
    <a:lvl5pPr marL="1631950" algn="l" defTabSz="728663" rtl="0" eaLnBrk="0" fontAlgn="base" hangingPunct="0">
      <a:lnSpc>
        <a:spcPct val="90000"/>
      </a:lnSpc>
      <a:spcBef>
        <a:spcPct val="40000"/>
      </a:spcBef>
      <a:spcAft>
        <a:spcPct val="0"/>
      </a:spcAft>
      <a:defRPr kumimoji="1" sz="1000" kern="1200">
        <a:solidFill>
          <a:schemeClr val="tx1"/>
        </a:solidFill>
        <a:latin typeface="Book Antiqua" panose="02040602050305030304" pitchFamily="18" charset="0"/>
        <a:ea typeface="돋움" panose="020B0600000101010101" pitchFamily="34" charset="-127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882" name="Rectangle 2">
            <a:extLst>
              <a:ext uri="{FF2B5EF4-FFF2-40B4-BE49-F238E27FC236}">
                <a16:creationId xmlns:a16="http://schemas.microsoft.com/office/drawing/2014/main" id="{A5367E11-B1F8-8AC3-B1CA-38E3D8F1FAC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95338" y="727075"/>
            <a:ext cx="5264150" cy="3644900"/>
          </a:xfrm>
          <a:ln/>
        </p:spPr>
      </p:sp>
      <p:sp>
        <p:nvSpPr>
          <p:cNvPr id="250883" name="Rectangle 3">
            <a:extLst>
              <a:ext uri="{FF2B5EF4-FFF2-40B4-BE49-F238E27FC236}">
                <a16:creationId xmlns:a16="http://schemas.microsoft.com/office/drawing/2014/main" id="{1EF9D527-C2FF-D2F5-9EF7-37C679F69BE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614863"/>
            <a:ext cx="5483225" cy="4371975"/>
          </a:xfrm>
        </p:spPr>
        <p:txBody>
          <a:bodyPr/>
          <a:lstStyle/>
          <a:p>
            <a:endParaRPr lang="en-US" altLang="en-US">
              <a:ea typeface="굴림" panose="020B0600000101010101" pitchFamily="34" charset="-127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930" name="Rectangle 2">
            <a:extLst>
              <a:ext uri="{FF2B5EF4-FFF2-40B4-BE49-F238E27FC236}">
                <a16:creationId xmlns:a16="http://schemas.microsoft.com/office/drawing/2014/main" id="{66A687F1-CE70-5033-FA10-647CF252488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95338" y="727075"/>
            <a:ext cx="5264150" cy="3644900"/>
          </a:xfrm>
          <a:ln/>
        </p:spPr>
      </p:sp>
      <p:sp>
        <p:nvSpPr>
          <p:cNvPr id="252931" name="Rectangle 3">
            <a:extLst>
              <a:ext uri="{FF2B5EF4-FFF2-40B4-BE49-F238E27FC236}">
                <a16:creationId xmlns:a16="http://schemas.microsoft.com/office/drawing/2014/main" id="{37CCEF3B-7A29-B573-99E7-FD6F4BECDD5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614863"/>
            <a:ext cx="5483225" cy="4371975"/>
          </a:xfrm>
        </p:spPr>
        <p:txBody>
          <a:bodyPr/>
          <a:lstStyle/>
          <a:p>
            <a:endParaRPr lang="en-US" altLang="en-US">
              <a:ea typeface="굴림" panose="020B0600000101010101" pitchFamily="34" charset="-127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026" name="Rectangle 2">
            <a:extLst>
              <a:ext uri="{FF2B5EF4-FFF2-40B4-BE49-F238E27FC236}">
                <a16:creationId xmlns:a16="http://schemas.microsoft.com/office/drawing/2014/main" id="{5D991A3D-C0B9-D575-29B3-C84ACEF90C3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95338" y="727075"/>
            <a:ext cx="5264150" cy="3644900"/>
          </a:xfrm>
          <a:ln/>
        </p:spPr>
      </p:sp>
      <p:sp>
        <p:nvSpPr>
          <p:cNvPr id="257027" name="Rectangle 3">
            <a:extLst>
              <a:ext uri="{FF2B5EF4-FFF2-40B4-BE49-F238E27FC236}">
                <a16:creationId xmlns:a16="http://schemas.microsoft.com/office/drawing/2014/main" id="{903EA67A-522C-3C46-7044-98D3A2C8847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614863"/>
            <a:ext cx="5483225" cy="4371975"/>
          </a:xfrm>
        </p:spPr>
        <p:txBody>
          <a:bodyPr/>
          <a:lstStyle/>
          <a:p>
            <a:endParaRPr lang="en-US" altLang="en-US">
              <a:ea typeface="굴림" panose="020B0600000101010101" pitchFamily="34" charset="-127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074" name="Rectangle 2">
            <a:extLst>
              <a:ext uri="{FF2B5EF4-FFF2-40B4-BE49-F238E27FC236}">
                <a16:creationId xmlns:a16="http://schemas.microsoft.com/office/drawing/2014/main" id="{EEAA4E22-6F1A-8916-CA98-E360C8578EC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95338" y="727075"/>
            <a:ext cx="5264150" cy="3644900"/>
          </a:xfrm>
          <a:ln/>
        </p:spPr>
      </p:sp>
      <p:sp>
        <p:nvSpPr>
          <p:cNvPr id="259075" name="Rectangle 3">
            <a:extLst>
              <a:ext uri="{FF2B5EF4-FFF2-40B4-BE49-F238E27FC236}">
                <a16:creationId xmlns:a16="http://schemas.microsoft.com/office/drawing/2014/main" id="{2F3857C6-1F4C-16AD-1318-813F7D8D1D4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614863"/>
            <a:ext cx="5483225" cy="4371975"/>
          </a:xfrm>
        </p:spPr>
        <p:txBody>
          <a:bodyPr/>
          <a:lstStyle/>
          <a:p>
            <a:endParaRPr lang="en-US" altLang="en-US">
              <a:ea typeface="굴림" panose="020B0600000101010101" pitchFamily="34" charset="-127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122" name="Rectangle 2">
            <a:extLst>
              <a:ext uri="{FF2B5EF4-FFF2-40B4-BE49-F238E27FC236}">
                <a16:creationId xmlns:a16="http://schemas.microsoft.com/office/drawing/2014/main" id="{13B59EF2-0869-47B7-C5F6-A329C5C2B01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95338" y="727075"/>
            <a:ext cx="5264150" cy="3644900"/>
          </a:xfrm>
          <a:ln/>
        </p:spPr>
      </p:sp>
      <p:sp>
        <p:nvSpPr>
          <p:cNvPr id="261123" name="Rectangle 3">
            <a:extLst>
              <a:ext uri="{FF2B5EF4-FFF2-40B4-BE49-F238E27FC236}">
                <a16:creationId xmlns:a16="http://schemas.microsoft.com/office/drawing/2014/main" id="{3AEBEFA3-9B49-BA8E-229F-B3C967F27E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614863"/>
            <a:ext cx="5483225" cy="4371975"/>
          </a:xfrm>
        </p:spPr>
        <p:txBody>
          <a:bodyPr/>
          <a:lstStyle/>
          <a:p>
            <a:endParaRPr lang="en-US" altLang="en-US">
              <a:ea typeface="굴림" panose="020B0600000101010101" pitchFamily="34" charset="-127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194" name="Rectangle 2">
            <a:extLst>
              <a:ext uri="{FF2B5EF4-FFF2-40B4-BE49-F238E27FC236}">
                <a16:creationId xmlns:a16="http://schemas.microsoft.com/office/drawing/2014/main" id="{B324A0DC-8483-A372-D98F-DF178E068DC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95338" y="727075"/>
            <a:ext cx="5264150" cy="3644900"/>
          </a:xfrm>
          <a:ln/>
        </p:spPr>
      </p:sp>
      <p:sp>
        <p:nvSpPr>
          <p:cNvPr id="264195" name="Rectangle 3">
            <a:extLst>
              <a:ext uri="{FF2B5EF4-FFF2-40B4-BE49-F238E27FC236}">
                <a16:creationId xmlns:a16="http://schemas.microsoft.com/office/drawing/2014/main" id="{677C7DA6-436B-30C1-E89B-DC1727D851D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614863"/>
            <a:ext cx="5483225" cy="4371975"/>
          </a:xfrm>
        </p:spPr>
        <p:txBody>
          <a:bodyPr/>
          <a:lstStyle/>
          <a:p>
            <a:endParaRPr lang="en-US" altLang="en-US">
              <a:ea typeface="굴림" panose="020B0600000101010101" pitchFamily="34" charset="-127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42" name="Rectangle 2">
            <a:extLst>
              <a:ext uri="{FF2B5EF4-FFF2-40B4-BE49-F238E27FC236}">
                <a16:creationId xmlns:a16="http://schemas.microsoft.com/office/drawing/2014/main" id="{6E142AA2-DC18-9377-4354-DEF02035951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95338" y="727075"/>
            <a:ext cx="5264150" cy="3644900"/>
          </a:xfrm>
          <a:ln/>
        </p:spPr>
      </p:sp>
      <p:sp>
        <p:nvSpPr>
          <p:cNvPr id="266243" name="Rectangle 3">
            <a:extLst>
              <a:ext uri="{FF2B5EF4-FFF2-40B4-BE49-F238E27FC236}">
                <a16:creationId xmlns:a16="http://schemas.microsoft.com/office/drawing/2014/main" id="{B3AAF4AD-0EA0-5152-6C2E-F9EBBA73D0F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614863"/>
            <a:ext cx="5483225" cy="4371975"/>
          </a:xfrm>
        </p:spPr>
        <p:txBody>
          <a:bodyPr/>
          <a:lstStyle/>
          <a:p>
            <a:endParaRPr lang="en-US" altLang="en-US">
              <a:ea typeface="굴림" panose="020B0600000101010101" pitchFamily="34" charset="-127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290" name="Rectangle 2">
            <a:extLst>
              <a:ext uri="{FF2B5EF4-FFF2-40B4-BE49-F238E27FC236}">
                <a16:creationId xmlns:a16="http://schemas.microsoft.com/office/drawing/2014/main" id="{E33A5AB0-3818-44B5-D6E8-EA0EDD86D94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95338" y="727075"/>
            <a:ext cx="5264150" cy="3644900"/>
          </a:xfrm>
          <a:ln/>
        </p:spPr>
      </p:sp>
      <p:sp>
        <p:nvSpPr>
          <p:cNvPr id="268291" name="Rectangle 3">
            <a:extLst>
              <a:ext uri="{FF2B5EF4-FFF2-40B4-BE49-F238E27FC236}">
                <a16:creationId xmlns:a16="http://schemas.microsoft.com/office/drawing/2014/main" id="{3882C7F9-864F-2428-3A0A-F3ABF5B63E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614863"/>
            <a:ext cx="5483225" cy="4371975"/>
          </a:xfrm>
        </p:spPr>
        <p:txBody>
          <a:bodyPr/>
          <a:lstStyle/>
          <a:p>
            <a:endParaRPr lang="en-US" altLang="en-US">
              <a:ea typeface="굴림" panose="020B0600000101010101" pitchFamily="34" charset="-127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338" name="Rectangle 2">
            <a:extLst>
              <a:ext uri="{FF2B5EF4-FFF2-40B4-BE49-F238E27FC236}">
                <a16:creationId xmlns:a16="http://schemas.microsoft.com/office/drawing/2014/main" id="{A34E2458-4617-8C0B-31E7-F5A4CD9D5F4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95338" y="727075"/>
            <a:ext cx="5264150" cy="3644900"/>
          </a:xfrm>
          <a:ln/>
        </p:spPr>
      </p:sp>
      <p:sp>
        <p:nvSpPr>
          <p:cNvPr id="270339" name="Rectangle 3">
            <a:extLst>
              <a:ext uri="{FF2B5EF4-FFF2-40B4-BE49-F238E27FC236}">
                <a16:creationId xmlns:a16="http://schemas.microsoft.com/office/drawing/2014/main" id="{93AD0DEC-FFBE-B753-4C3C-B1DEF3868F0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614863"/>
            <a:ext cx="5483225" cy="4371975"/>
          </a:xfrm>
        </p:spPr>
        <p:txBody>
          <a:bodyPr/>
          <a:lstStyle/>
          <a:p>
            <a:endParaRPr lang="en-US" altLang="en-US">
              <a:ea typeface="굴림" panose="020B0600000101010101" pitchFamily="34" charset="-127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386" name="Rectangle 2">
            <a:extLst>
              <a:ext uri="{FF2B5EF4-FFF2-40B4-BE49-F238E27FC236}">
                <a16:creationId xmlns:a16="http://schemas.microsoft.com/office/drawing/2014/main" id="{7167E94B-D5AF-1D85-9761-D1E3D5DC6B7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95338" y="727075"/>
            <a:ext cx="5264150" cy="3644900"/>
          </a:xfrm>
          <a:ln/>
        </p:spPr>
      </p:sp>
      <p:sp>
        <p:nvSpPr>
          <p:cNvPr id="272387" name="Rectangle 3">
            <a:extLst>
              <a:ext uri="{FF2B5EF4-FFF2-40B4-BE49-F238E27FC236}">
                <a16:creationId xmlns:a16="http://schemas.microsoft.com/office/drawing/2014/main" id="{ACF204C1-CF15-8333-54A9-AC93603D7F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614863"/>
            <a:ext cx="5483225" cy="4371975"/>
          </a:xfrm>
        </p:spPr>
        <p:txBody>
          <a:bodyPr/>
          <a:lstStyle/>
          <a:p>
            <a:endParaRPr lang="en-US" altLang="en-US">
              <a:ea typeface="굴림" panose="020B0600000101010101" pitchFamily="34" charset="-127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434" name="Rectangle 2">
            <a:extLst>
              <a:ext uri="{FF2B5EF4-FFF2-40B4-BE49-F238E27FC236}">
                <a16:creationId xmlns:a16="http://schemas.microsoft.com/office/drawing/2014/main" id="{2764F32C-7378-EFE8-253B-A1BD22FF8A1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95338" y="727075"/>
            <a:ext cx="5264150" cy="3644900"/>
          </a:xfrm>
          <a:ln/>
        </p:spPr>
      </p:sp>
      <p:sp>
        <p:nvSpPr>
          <p:cNvPr id="274435" name="Rectangle 3">
            <a:extLst>
              <a:ext uri="{FF2B5EF4-FFF2-40B4-BE49-F238E27FC236}">
                <a16:creationId xmlns:a16="http://schemas.microsoft.com/office/drawing/2014/main" id="{16B91E29-1086-1259-958F-868129F9FE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614863"/>
            <a:ext cx="5483225" cy="4371975"/>
          </a:xfrm>
        </p:spPr>
        <p:txBody>
          <a:bodyPr/>
          <a:lstStyle/>
          <a:p>
            <a:endParaRPr lang="en-US" altLang="en-US">
              <a:ea typeface="굴림" panose="020B0600000101010101" pitchFamily="34" charset="-127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5B6A68-E8B4-0D6C-82F0-F72EECEEB2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F37E31-C401-8DB1-0A65-0253F2E9C3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28C198-65C3-76EB-57C0-C3E894F69CB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BBD09B-A3B8-4568-1A1B-0480018F3DB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002592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CD397-75AA-F6BA-5625-E53CCEC65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166656-3192-8B69-DC21-2007A27081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690CD0-BE7E-4834-0468-A10B27E636F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21B3C5-B33B-CEA6-FCCC-949CDECB5F2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85414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F2B735-7198-5142-9F6C-417AB514E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275" y="1709738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D59F93-59B2-0940-11F2-345C21E317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6275" y="4589463"/>
            <a:ext cx="8543925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4C6BFD-3DD5-DA90-0D9A-0BB03F19357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DB0C47-09B4-DDBA-1ABA-B38C438ADC56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292495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044FA4-CB26-285C-A848-BC8817CCB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9865AF-5291-1000-AA4E-41C3E6CA34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5800" y="914400"/>
            <a:ext cx="4217988" cy="533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4D6A90-A42A-77BA-EFCF-761D6F2AB7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56188" y="914400"/>
            <a:ext cx="4217987" cy="533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8CF1AA-D3FA-A99F-FC98-260D0CEBB56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3C1E7B2-B373-F25C-AF13-CFA329A4EAE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826548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3D1214-016A-B402-BD56-D3749C5D5A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625" y="365125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D79A0E-E323-809D-685F-B8EE8AE7C1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2625" y="1681163"/>
            <a:ext cx="419100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028A6B-EF23-31A0-3E97-4922A9BB2F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2625" y="2505075"/>
            <a:ext cx="419100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FFADDFD-0CC9-F945-D26B-E838841686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6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2BFC2CD-A4A1-A91F-B3A8-E4B6E09A55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6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9FD4BBD-8A41-4CD5-2327-790F47E9119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8942590-15F0-3B7A-21C8-8BD717431DE6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68151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1A0E6-7368-B8E5-4267-681BCA894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64FA27C-891B-5246-D5E5-4CD9C4CFF36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C870A6-B378-4AE7-5DFD-940C23790122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87263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59125B2-369A-2E26-814B-F331CB13AEC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1DDFC4-5A84-7709-8921-BEEEE995CA9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33618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343539-3B7D-D131-4429-EF522E828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625" y="457200"/>
            <a:ext cx="3194050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69B740-22B2-BE9A-DB51-108F2F14E8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1638" y="987425"/>
            <a:ext cx="5014912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2C685E-FE2E-D2E0-A109-3D124D7F9C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625" y="2057400"/>
            <a:ext cx="319405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79E17A-C6E9-B842-4F86-23CC5C80380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643FFE24-2095-BF1E-481E-93F7DC1AC2F1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65123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502179-A21E-369C-FCB4-B6D28C3FE9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625" y="457200"/>
            <a:ext cx="3194050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62D80FE-497E-E63A-7062-03BCDED2C7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11638" y="987425"/>
            <a:ext cx="5014912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F4DEEE-76B4-CB5D-F5C6-80F508E8F5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625" y="2057400"/>
            <a:ext cx="319405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F5B634-0ADE-6685-F32A-8AF355B4C9F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FA71E90-3AAA-86C8-6402-78E458B34C3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609642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2FFDFD-8EED-C338-4D6F-7489794FBD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40E9C5-96B5-F0DF-4AC4-11060A7052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119DCA-38B9-2866-2AFC-F695F5B0CE9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B1D59F-BFBC-E25F-271D-3ABD27C32E6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996672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D05D76-B014-369E-B57D-0D6B98A152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150100" y="258763"/>
            <a:ext cx="2154238" cy="598963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7C3FC5-6919-351C-4EAF-1F16F834F2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5800" y="258763"/>
            <a:ext cx="6311900" cy="598963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F20F59-C90D-F370-4A16-68C2A925BB0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511722-AB47-746E-3E6E-F2A25585FB5B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145764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A307D70-FA7E-C99C-2BFF-E6D7D1910662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685800" y="258763"/>
            <a:ext cx="8618538" cy="59896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C4D8C56-CAA7-E9F9-3B1F-66D3D25AC4C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467600" y="6508750"/>
            <a:ext cx="1692275" cy="349250"/>
          </a:xfrm>
        </p:spPr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D4F7DD-B3CF-4EEF-FF2D-704BBC09EEC0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3467100" y="6415088"/>
            <a:ext cx="2895600" cy="379412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269142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D0F7F-83CB-B8FB-80FD-034D074E8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3" y="258763"/>
            <a:ext cx="8582025" cy="50323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7F920C-DC68-E886-F359-F315271D78BA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685800" y="914400"/>
            <a:ext cx="4217988" cy="533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198AA7-416A-2684-BA61-81CF7EBA3C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56188" y="914400"/>
            <a:ext cx="4217987" cy="533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16A06D-9AFF-F853-9804-4E8E0BE02BB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467600" y="6508750"/>
            <a:ext cx="1692275" cy="349250"/>
          </a:xfrm>
        </p:spPr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31B3258-AE15-8696-BF4E-71674379ED79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3467100" y="6415088"/>
            <a:ext cx="2895600" cy="379412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99022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oleObject" Target="../embeddings/oleObject1.bin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B0FBD2FD-9878-5626-3CC2-91D1FB30FB7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7467600" y="6508750"/>
            <a:ext cx="1692275" cy="349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 defTabSz="762000" eaLnBrk="1" hangingPunct="1">
              <a:defRPr sz="1200">
                <a:solidFill>
                  <a:srgbClr val="33CC33"/>
                </a:solidFill>
              </a:defRPr>
            </a:lvl1pPr>
          </a:lstStyle>
          <a:p>
            <a:endParaRPr lang="en-US" altLang="ko-KR"/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24F086FE-710D-6110-8EB7-BAED792058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22313" y="258763"/>
            <a:ext cx="8582025" cy="503237"/>
          </a:xfrm>
          <a:prstGeom prst="rect">
            <a:avLst/>
          </a:prstGeom>
          <a:solidFill>
            <a:srgbClr val="F2CAD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Slide Title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050130D7-C455-7CE6-AE92-058C9C017B2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914400"/>
            <a:ext cx="8588375" cy="533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Body Text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</p:txBody>
      </p:sp>
      <p:sp>
        <p:nvSpPr>
          <p:cNvPr id="1029" name="AutoShape 5">
            <a:extLst>
              <a:ext uri="{FF2B5EF4-FFF2-40B4-BE49-F238E27FC236}">
                <a16:creationId xmlns:a16="http://schemas.microsoft.com/office/drawing/2014/main" id="{BE37C5B9-64A5-C15D-AD63-29955AD54C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6400800"/>
            <a:ext cx="6384925" cy="65088"/>
          </a:xfrm>
          <a:prstGeom prst="octagon">
            <a:avLst>
              <a:gd name="adj" fmla="val 29282"/>
            </a:avLst>
          </a:prstGeom>
          <a:solidFill>
            <a:srgbClr val="063DE8"/>
          </a:solidFill>
          <a:ln w="127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A98D7A1E-4933-CF5D-59FE-3FBAB2823F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9350" y="6457950"/>
            <a:ext cx="4667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fld id="{7DD03679-5964-FE41-8A15-3E029E581C20}" type="slidenum">
              <a:rPr lang="en-US" altLang="ko-KR" b="1">
                <a:solidFill>
                  <a:srgbClr val="0F4D1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ook Antiqua" panose="02040602050305030304" pitchFamily="18" charset="0"/>
              </a:rPr>
              <a:pPr/>
              <a:t>‹#›</a:t>
            </a:fld>
            <a:endParaRPr lang="en-US" altLang="ko-KR" b="1">
              <a:effectLst>
                <a:outerShdw blurRad="38100" dist="38100" dir="2700000" algn="tl">
                  <a:srgbClr val="C0C0C0"/>
                </a:outerShdw>
              </a:effectLst>
              <a:latin typeface="Book Antiqua" panose="02040602050305030304" pitchFamily="18" charset="0"/>
            </a:endParaRPr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18FA17E7-4958-1EC2-CB80-24BAA4771F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6172200"/>
            <a:ext cx="2003425" cy="517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algn="ctr"/>
            <a:r>
              <a:rPr lang="en-US" altLang="ko-KR" sz="1400" b="1">
                <a:solidFill>
                  <a:srgbClr val="990000"/>
                </a:solidFill>
              </a:rPr>
              <a:t>Kyung Hee University</a:t>
            </a:r>
            <a:endParaRPr lang="en-US" altLang="ko-KR" sz="1400" b="1">
              <a:solidFill>
                <a:srgbClr val="990000"/>
              </a:solidFill>
              <a:latin typeface="Book Antiqua" panose="02040602050305030304" pitchFamily="18" charset="0"/>
            </a:endParaRPr>
          </a:p>
        </p:txBody>
      </p:sp>
      <p:sp>
        <p:nvSpPr>
          <p:cNvPr id="1034" name="Rectangle 10">
            <a:extLst>
              <a:ext uri="{FF2B5EF4-FFF2-40B4-BE49-F238E27FC236}">
                <a16:creationId xmlns:a16="http://schemas.microsoft.com/office/drawing/2014/main" id="{AC309981-C5F0-23D8-9125-42DA338921BD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467100" y="6415088"/>
            <a:ext cx="2895600" cy="379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r" defTabSz="762000" eaLnBrk="1" hangingPunct="1">
              <a:defRPr sz="1200">
                <a:solidFill>
                  <a:schemeClr val="bg1"/>
                </a:solidFill>
              </a:defRPr>
            </a:lvl1pPr>
          </a:lstStyle>
          <a:p>
            <a:endParaRPr lang="en-US" altLang="en-US"/>
          </a:p>
        </p:txBody>
      </p:sp>
      <p:graphicFrame>
        <p:nvGraphicFramePr>
          <p:cNvPr id="1035" name="Object 11">
            <a:extLst>
              <a:ext uri="{FF2B5EF4-FFF2-40B4-BE49-F238E27FC236}">
                <a16:creationId xmlns:a16="http://schemas.microsoft.com/office/drawing/2014/main" id="{A7BF73C4-190E-A7B8-4DBF-BB48A5AC672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9600" y="6248400"/>
          <a:ext cx="533400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사진" r:id="rId15" imgW="673100" imgH="552450" progId="MSPhotoEd.3">
                  <p:embed/>
                </p:oleObj>
              </mc:Choice>
              <mc:Fallback>
                <p:oleObj name="Photo Editor 사진" r:id="rId15" imgW="673100" imgH="552450" progId="MSPhotoEd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6248400"/>
                        <a:ext cx="533400" cy="438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gradFill rotWithShape="0">
                              <a:gsLst>
                                <a:gs pos="0">
                                  <a:srgbClr val="000000"/>
                                </a:gs>
                                <a:gs pos="100000">
                                  <a:srgbClr val="000000">
                                    <a:gamma/>
                                    <a:shade val="89804"/>
                                    <a:invGamma/>
                                  </a:srgbClr>
                                </a:gs>
                              </a:gsLst>
                              <a:lin ang="5400000" scaled="1"/>
                            </a:gra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kumimoji="1" sz="2800" b="1" kern="1200">
          <a:solidFill>
            <a:schemeClr val="bg1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돋움" panose="020B0600000101010101" pitchFamily="34" charset="-127"/>
        </a:defRPr>
      </a:lvl2pPr>
      <a:lvl3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돋움" panose="020B0600000101010101" pitchFamily="34" charset="-127"/>
        </a:defRPr>
      </a:lvl3pPr>
      <a:lvl4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돋움" panose="020B0600000101010101" pitchFamily="34" charset="-127"/>
        </a:defRPr>
      </a:lvl4pPr>
      <a:lvl5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돋움" panose="020B0600000101010101" pitchFamily="34" charset="-127"/>
        </a:defRPr>
      </a:lvl5pPr>
      <a:lvl6pPr marL="4572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돋움" panose="020B0600000101010101" pitchFamily="34" charset="-127"/>
        </a:defRPr>
      </a:lvl6pPr>
      <a:lvl7pPr marL="9144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돋움" panose="020B0600000101010101" pitchFamily="34" charset="-127"/>
        </a:defRPr>
      </a:lvl7pPr>
      <a:lvl8pPr marL="13716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돋움" panose="020B0600000101010101" pitchFamily="34" charset="-127"/>
        </a:defRPr>
      </a:lvl8pPr>
      <a:lvl9pPr marL="18288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돋움" panose="020B0600000101010101" pitchFamily="34" charset="-127"/>
        </a:defRPr>
      </a:lvl9pPr>
    </p:titleStyle>
    <p:bodyStyle>
      <a:lvl1pPr marL="285750" indent="-285750" algn="l" rtl="0" eaLnBrk="0" fontAlgn="base" hangingPunct="0">
        <a:lnSpc>
          <a:spcPct val="120000"/>
        </a:lnSpc>
        <a:spcBef>
          <a:spcPct val="30000"/>
        </a:spcBef>
        <a:spcAft>
          <a:spcPct val="30000"/>
        </a:spcAft>
        <a:buClr>
          <a:schemeClr val="accent1"/>
        </a:buClr>
        <a:buSzPct val="100000"/>
        <a:buFont typeface="Wingdings" pitchFamily="2" charset="2"/>
        <a:buChar char="q"/>
        <a:defRPr kumimoji="1" sz="2000" b="1" kern="1200">
          <a:solidFill>
            <a:schemeClr val="bg2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spcBef>
          <a:spcPct val="30000"/>
        </a:spcBef>
        <a:spcAft>
          <a:spcPct val="20000"/>
        </a:spcAft>
        <a:buClr>
          <a:schemeClr val="accent1"/>
        </a:buClr>
        <a:buSzPct val="100000"/>
        <a:buFont typeface="Monotype Sorts" pitchFamily="2" charset="2"/>
        <a:buBlip>
          <a:blip r:embed="rId17"/>
        </a:buBlip>
        <a:defRPr kumimoji="1" b="1" kern="1200">
          <a:solidFill>
            <a:schemeClr val="bg2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30000"/>
        </a:spcBef>
        <a:spcAft>
          <a:spcPct val="0"/>
        </a:spcAft>
        <a:buClr>
          <a:schemeClr val="accent1"/>
        </a:buClr>
        <a:buSzPct val="60000"/>
        <a:buFont typeface="Monotype Sorts" pitchFamily="2" charset="2"/>
        <a:buChar char="l"/>
        <a:defRPr kumimoji="1" sz="1600" b="1" kern="1200">
          <a:solidFill>
            <a:schemeClr val="bg2"/>
          </a:solidFill>
          <a:latin typeface="+mn-lt"/>
          <a:ea typeface="+mn-ea"/>
          <a:cs typeface="+mn-cs"/>
        </a:defRPr>
      </a:lvl3pPr>
      <a:lvl4pPr marL="1543050" indent="-171450" algn="l" rtl="0" eaLnBrk="0" fontAlgn="base" hangingPunct="0">
        <a:spcBef>
          <a:spcPct val="30000"/>
        </a:spcBef>
        <a:spcAft>
          <a:spcPct val="0"/>
        </a:spcAft>
        <a:buClr>
          <a:schemeClr val="accent1"/>
        </a:buClr>
        <a:buSzPct val="60000"/>
        <a:buChar char="–"/>
        <a:defRPr kumimoji="1" sz="1600" b="1" kern="1200">
          <a:solidFill>
            <a:schemeClr val="bg2"/>
          </a:solidFill>
          <a:latin typeface="+mn-lt"/>
          <a:ea typeface="+mn-ea"/>
          <a:cs typeface="+mn-cs"/>
        </a:defRPr>
      </a:lvl4pPr>
      <a:lvl5pPr marL="20002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Clr>
          <a:schemeClr val="accent1"/>
        </a:buClr>
        <a:buSzPct val="50000"/>
        <a:buChar char="•"/>
        <a:defRPr kumimoji="1" sz="1400" b="1" kern="12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Book Antiqua" panose="02040602050305030304" pitchFamily="18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g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859" name="Rectangle 3">
            <a:extLst>
              <a:ext uri="{FF2B5EF4-FFF2-40B4-BE49-F238E27FC236}">
                <a16:creationId xmlns:a16="http://schemas.microsoft.com/office/drawing/2014/main" id="{62CA11B5-7D01-1E60-26DB-8EA80331B6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73080" y="2551837"/>
            <a:ext cx="3498726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kumimoji="0" lang="en-US" altLang="en-US" sz="4400" b="1" dirty="0">
                <a:latin typeface="Times New Roman" panose="02020603050405020304" pitchFamily="18" charset="0"/>
                <a:ea typeface="굴림" panose="020B0600000101010101" pitchFamily="34" charset="-127"/>
                <a:cs typeface="Times New Roman" panose="02020603050405020304" pitchFamily="18" charset="0"/>
              </a:rPr>
              <a:t>Chapter 1</a:t>
            </a:r>
          </a:p>
          <a:p>
            <a:pPr algn="ctr"/>
            <a:endParaRPr kumimoji="0" lang="en-US" altLang="en-US" sz="2000" b="1" dirty="0">
              <a:latin typeface="Times New Roman" panose="02020603050405020304" pitchFamily="18" charset="0"/>
              <a:ea typeface="굴림" panose="020B0600000101010101" pitchFamily="34" charset="-127"/>
              <a:cs typeface="Times New Roman" panose="02020603050405020304" pitchFamily="18" charset="0"/>
            </a:endParaRPr>
          </a:p>
          <a:p>
            <a:pPr algn="ctr"/>
            <a:r>
              <a:rPr kumimoji="0" lang="en-US" altLang="ko-KR" sz="4400" b="1" dirty="0">
                <a:latin typeface="Times New Roman" panose="02020603050405020304" pitchFamily="18" charset="0"/>
                <a:ea typeface="굴림" panose="020B0600000101010101" pitchFamily="34" charset="-127"/>
                <a:cs typeface="Times New Roman" panose="02020603050405020304" pitchFamily="18" charset="0"/>
              </a:rPr>
              <a:t>Introduction</a:t>
            </a:r>
          </a:p>
        </p:txBody>
      </p:sp>
      <p:pic>
        <p:nvPicPr>
          <p:cNvPr id="8" name="Picture 7" descr="A book cover with a planet earth&#10;&#10;Description automatically generated">
            <a:extLst>
              <a:ext uri="{FF2B5EF4-FFF2-40B4-BE49-F238E27FC236}">
                <a16:creationId xmlns:a16="http://schemas.microsoft.com/office/drawing/2014/main" id="{42605BF1-00FF-B577-013D-F2320208A26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699" r="10246"/>
          <a:stretch/>
        </p:blipFill>
        <p:spPr>
          <a:xfrm>
            <a:off x="416496" y="471745"/>
            <a:ext cx="4248472" cy="591450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906" name="Rectangle 2">
            <a:extLst>
              <a:ext uri="{FF2B5EF4-FFF2-40B4-BE49-F238E27FC236}">
                <a16:creationId xmlns:a16="http://schemas.microsoft.com/office/drawing/2014/main" id="{7F199C80-65B3-037D-E83A-6D57B510A4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906000" cy="914400"/>
          </a:xfrm>
          <a:prstGeom prst="rect">
            <a:avLst/>
          </a:prstGeom>
          <a:solidFill>
            <a:srgbClr val="33CCFF"/>
          </a:solidFill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kumimoji="0" lang="en-US" altLang="en-US" sz="3200" b="1"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 pitchFamily="18" charset="0"/>
              <a:ea typeface="굴림" panose="020B0600000101010101" pitchFamily="34" charset="-127"/>
            </a:endParaRPr>
          </a:p>
        </p:txBody>
      </p:sp>
      <p:sp>
        <p:nvSpPr>
          <p:cNvPr id="251907" name="Text Box 3">
            <a:extLst>
              <a:ext uri="{FF2B5EF4-FFF2-40B4-BE49-F238E27FC236}">
                <a16:creationId xmlns:a16="http://schemas.microsoft.com/office/drawing/2014/main" id="{DCF27878-A47A-6A41-6EF7-C29D269464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7650" y="195263"/>
            <a:ext cx="6227763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0" lang="en-US" altLang="ko-KR" sz="3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pitchFamily="18" charset="0"/>
                <a:ea typeface="굴림" panose="020B0600000101010101" pitchFamily="34" charset="-127"/>
              </a:rPr>
              <a:t>1.1   </a:t>
            </a:r>
            <a:r>
              <a:rPr kumimoji="0" lang="en-US" altLang="ko-KR" sz="3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굴림" panose="020B0600000101010101" pitchFamily="34" charset="-127"/>
                <a:cs typeface="Times New Roman" panose="02020603050405020304" pitchFamily="18" charset="0"/>
              </a:rPr>
              <a:t>DATA</a:t>
            </a:r>
            <a:r>
              <a:rPr kumimoji="0" lang="en-US" altLang="ko-KR" sz="3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pitchFamily="18" charset="0"/>
                <a:ea typeface="굴림" panose="020B0600000101010101" pitchFamily="34" charset="-127"/>
              </a:rPr>
              <a:t> COMMUNICATIONS</a:t>
            </a:r>
          </a:p>
        </p:txBody>
      </p:sp>
      <p:sp>
        <p:nvSpPr>
          <p:cNvPr id="251908" name="Text Box 4">
            <a:extLst>
              <a:ext uri="{FF2B5EF4-FFF2-40B4-BE49-F238E27FC236}">
                <a16:creationId xmlns:a16="http://schemas.microsoft.com/office/drawing/2014/main" id="{0C9E96E6-8496-D4F2-EE69-3D69436A06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15400" y="6400800"/>
            <a:ext cx="2000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kumimoji="0" lang="en-US" altLang="en-US" sz="1800" b="1">
              <a:solidFill>
                <a:schemeClr val="tx1"/>
              </a:solidFill>
              <a:latin typeface="Times New Roman" panose="02020603050405020304" pitchFamily="18" charset="0"/>
              <a:ea typeface="굴림" panose="020B0600000101010101" pitchFamily="34" charset="-127"/>
            </a:endParaRPr>
          </a:p>
        </p:txBody>
      </p:sp>
      <p:sp>
        <p:nvSpPr>
          <p:cNvPr id="251909" name="Rectangle 5">
            <a:extLst>
              <a:ext uri="{FF2B5EF4-FFF2-40B4-BE49-F238E27FC236}">
                <a16:creationId xmlns:a16="http://schemas.microsoft.com/office/drawing/2014/main" id="{4349311F-CC8C-2559-BB92-F5FB5BD47E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856" y="1346645"/>
            <a:ext cx="9328150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1" hangingPunct="1"/>
            <a:r>
              <a:rPr kumimoji="0" lang="en-US" altLang="ko-KR" sz="2800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굴림" panose="020B0600000101010101" pitchFamily="34" charset="-127"/>
              </a:rPr>
              <a:t>The word</a:t>
            </a:r>
            <a:r>
              <a:rPr kumimoji="0" lang="en-US" altLang="ko-KR" sz="2800" b="1" i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굴림" panose="020B0600000101010101" pitchFamily="34" charset="-127"/>
              </a:rPr>
              <a:t> </a:t>
            </a:r>
            <a:r>
              <a:rPr kumimoji="0" lang="en-US" altLang="ko-KR" sz="2800" b="1" i="1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굴림" panose="020B0600000101010101" pitchFamily="34" charset="-127"/>
              </a:rPr>
              <a:t>data</a:t>
            </a:r>
            <a:r>
              <a:rPr kumimoji="0" lang="en-US" altLang="ko-KR" sz="2800" b="1" i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굴림" panose="020B0600000101010101" pitchFamily="34" charset="-127"/>
              </a:rPr>
              <a:t> </a:t>
            </a:r>
            <a:r>
              <a:rPr kumimoji="0" lang="en-US" altLang="ko-KR" sz="2800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굴림" panose="020B0600000101010101" pitchFamily="34" charset="-127"/>
              </a:rPr>
              <a:t>refers to information presented in whatever form is agreed upon by the parties creating and using the data.</a:t>
            </a:r>
            <a:r>
              <a:rPr kumimoji="0" lang="en-US" altLang="ko-KR" sz="2800" b="1" i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굴림" panose="020B0600000101010101" pitchFamily="34" charset="-127"/>
              </a:rPr>
              <a:t> </a:t>
            </a:r>
            <a:r>
              <a:rPr kumimoji="0" lang="en-US" altLang="ko-KR" sz="2800" b="1" i="1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굴림" panose="020B0600000101010101" pitchFamily="34" charset="-127"/>
              </a:rPr>
              <a:t>Data communications</a:t>
            </a:r>
            <a:r>
              <a:rPr kumimoji="0" lang="en-US" altLang="ko-KR" sz="2800" b="1" i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굴림" panose="020B0600000101010101" pitchFamily="34" charset="-127"/>
              </a:rPr>
              <a:t> </a:t>
            </a:r>
            <a:r>
              <a:rPr kumimoji="0" lang="en-US" altLang="ko-KR" sz="2800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굴림" panose="020B0600000101010101" pitchFamily="34" charset="-127"/>
              </a:rPr>
              <a:t>are the exchange of data between two devices via some form of transmission medium such as a wire cable. </a:t>
            </a:r>
          </a:p>
        </p:txBody>
      </p:sp>
      <p:sp>
        <p:nvSpPr>
          <p:cNvPr id="251910" name="Rectangle 6">
            <a:extLst>
              <a:ext uri="{FF2B5EF4-FFF2-40B4-BE49-F238E27FC236}">
                <a16:creationId xmlns:a16="http://schemas.microsoft.com/office/drawing/2014/main" id="{3BFFC608-AD3A-AF98-FB45-4719FEB977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7650" y="5048250"/>
            <a:ext cx="6191250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buClr>
                <a:schemeClr val="tx1"/>
              </a:buClr>
              <a:buSzPct val="117000"/>
              <a:buFont typeface="Wingdings" pitchFamily="2" charset="2"/>
              <a:buNone/>
            </a:pPr>
            <a:r>
              <a:rPr kumimoji="0" lang="fr-FR" altLang="en-US" sz="2400" b="1" dirty="0">
                <a:solidFill>
                  <a:srgbClr val="0033CC"/>
                </a:solidFill>
                <a:latin typeface="Times New Roman" panose="02020603050405020304" pitchFamily="18" charset="0"/>
                <a:ea typeface="굴림" panose="020B0600000101010101" pitchFamily="34" charset="-127"/>
              </a:rPr>
              <a:t>Components</a:t>
            </a:r>
          </a:p>
          <a:p>
            <a:pPr>
              <a:buClr>
                <a:schemeClr val="folHlink"/>
              </a:buClr>
              <a:buSzPct val="117000"/>
              <a:buFont typeface="Wingdings" pitchFamily="2" charset="2"/>
              <a:buNone/>
            </a:pPr>
            <a:r>
              <a:rPr kumimoji="0" lang="fr-FR" altLang="en-US" sz="2400" b="1" dirty="0">
                <a:solidFill>
                  <a:srgbClr val="0033CC"/>
                </a:solidFill>
                <a:latin typeface="Times New Roman" panose="02020603050405020304" pitchFamily="18" charset="0"/>
                <a:ea typeface="굴림" panose="020B0600000101010101" pitchFamily="34" charset="-127"/>
              </a:rPr>
              <a:t>Data </a:t>
            </a:r>
            <a:r>
              <a:rPr kumimoji="0" lang="fr-FR" altLang="en-US" sz="2400" b="1" dirty="0" err="1">
                <a:solidFill>
                  <a:srgbClr val="0033CC"/>
                </a:solidFill>
                <a:latin typeface="Times New Roman" panose="02020603050405020304" pitchFamily="18" charset="0"/>
                <a:ea typeface="굴림" panose="020B0600000101010101" pitchFamily="34" charset="-127"/>
              </a:rPr>
              <a:t>Representation</a:t>
            </a:r>
            <a:br>
              <a:rPr kumimoji="0" lang="fr-FR" altLang="en-US" sz="2400" b="1" dirty="0">
                <a:solidFill>
                  <a:srgbClr val="0033CC"/>
                </a:solidFill>
                <a:latin typeface="Times New Roman" panose="02020603050405020304" pitchFamily="18" charset="0"/>
                <a:ea typeface="굴림" panose="020B0600000101010101" pitchFamily="34" charset="-127"/>
              </a:rPr>
            </a:br>
            <a:r>
              <a:rPr kumimoji="0" lang="en-US" altLang="ko-KR" sz="2400" b="1" dirty="0">
                <a:solidFill>
                  <a:srgbClr val="0033CC"/>
                </a:solidFill>
                <a:latin typeface="Times New Roman" panose="02020603050405020304" pitchFamily="18" charset="0"/>
                <a:ea typeface="굴림" panose="020B0600000101010101" pitchFamily="34" charset="-127"/>
              </a:rPr>
              <a:t>Data Flow</a:t>
            </a:r>
          </a:p>
        </p:txBody>
      </p:sp>
      <p:sp>
        <p:nvSpPr>
          <p:cNvPr id="251911" name="Text Box 7">
            <a:extLst>
              <a:ext uri="{FF2B5EF4-FFF2-40B4-BE49-F238E27FC236}">
                <a16:creationId xmlns:a16="http://schemas.microsoft.com/office/drawing/2014/main" id="{20F7AFE0-03E5-DCB1-3731-5CDB0B15D4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1938" y="4572000"/>
            <a:ext cx="52673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kumimoji="0" lang="en-US" altLang="ko-KR" sz="2800" b="1" i="1" u="sng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굴림" panose="020B0600000101010101" pitchFamily="34" charset="-127"/>
              </a:rPr>
              <a:t>Topics discussed in this section: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2">
            <a:extLst>
              <a:ext uri="{FF2B5EF4-FFF2-40B4-BE49-F238E27FC236}">
                <a16:creationId xmlns:a16="http://schemas.microsoft.com/office/drawing/2014/main" id="{74216DF8-4AAE-B65C-D434-07343C7252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8582025" cy="609600"/>
          </a:xfrm>
        </p:spPr>
        <p:txBody>
          <a:bodyPr/>
          <a:lstStyle/>
          <a:p>
            <a:r>
              <a:rPr lang="en-US" altLang="ko-K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Fundamental Characteristics </a:t>
            </a:r>
          </a:p>
        </p:txBody>
      </p:sp>
      <p:sp>
        <p:nvSpPr>
          <p:cNvPr id="158723" name="Rectangle 3">
            <a:extLst>
              <a:ext uri="{FF2B5EF4-FFF2-40B4-BE49-F238E27FC236}">
                <a16:creationId xmlns:a16="http://schemas.microsoft.com/office/drawing/2014/main" id="{EF4B3B26-F514-723E-7C6E-95C4B14DF5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>
              <a:lnSpc>
                <a:spcPct val="100000"/>
              </a:lnSpc>
            </a:pP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effectiveness of a data communication system depends on </a:t>
            </a:r>
            <a:b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ko-K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four </a:t>
            </a: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fundamental characteristics</a:t>
            </a:r>
          </a:p>
          <a:p>
            <a:pPr lvl="1" algn="just">
              <a:buSzTx/>
              <a:buFont typeface="Wingdings" pitchFamily="2" charset="2"/>
              <a:buChar char="v"/>
            </a:pPr>
            <a:r>
              <a:rPr lang="en-US" altLang="ko-KR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Delivery</a:t>
            </a:r>
          </a:p>
          <a:p>
            <a:pPr lvl="2" algn="just">
              <a:buSzTx/>
              <a:buFont typeface="Wingdings" pitchFamily="2" charset="2"/>
              <a:buChar char="l"/>
            </a:pPr>
            <a:r>
              <a:rPr lang="en-US" altLang="ko-KR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must deliver data to the correct destination.</a:t>
            </a:r>
          </a:p>
          <a:p>
            <a:pPr lvl="2" algn="just">
              <a:buSzTx/>
              <a:buFont typeface="Wingdings" pitchFamily="2" charset="2"/>
              <a:buChar char="l"/>
            </a:pPr>
            <a:r>
              <a:rPr lang="en-US" altLang="ko-KR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only to the intended device or  user.</a:t>
            </a:r>
            <a:endParaRPr lang="en-US" altLang="ko-KR" sz="2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buSzTx/>
              <a:buFont typeface="Wingdings" pitchFamily="2" charset="2"/>
              <a:buChar char="v"/>
            </a:pPr>
            <a:r>
              <a:rPr lang="en-US" altLang="ko-KR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Accuracy</a:t>
            </a:r>
          </a:p>
          <a:p>
            <a:pPr lvl="2" algn="just">
              <a:buSzTx/>
              <a:buFont typeface="Wingdings" pitchFamily="2" charset="2"/>
              <a:buChar char="l"/>
            </a:pPr>
            <a:r>
              <a:rPr lang="en-US" altLang="ko-KR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must deliver data accurately.</a:t>
            </a:r>
          </a:p>
          <a:p>
            <a:pPr lvl="1" algn="just">
              <a:buSzTx/>
              <a:buFont typeface="Wingdings" pitchFamily="2" charset="2"/>
              <a:buChar char="v"/>
            </a:pPr>
            <a:r>
              <a:rPr lang="en-US" altLang="ko-KR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Timeliness</a:t>
            </a:r>
          </a:p>
          <a:p>
            <a:pPr lvl="2" algn="just">
              <a:buSzTx/>
              <a:buFont typeface="Wingdings" pitchFamily="2" charset="2"/>
              <a:buChar char="l"/>
            </a:pPr>
            <a:r>
              <a:rPr lang="en-US" altLang="ko-KR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must deliver data in a timely manner.</a:t>
            </a:r>
          </a:p>
          <a:p>
            <a:pPr lvl="1" algn="just">
              <a:buSzTx/>
              <a:buFont typeface="Wingdings" pitchFamily="2" charset="2"/>
              <a:buChar char="v"/>
            </a:pPr>
            <a:r>
              <a:rPr lang="en-US" altLang="ko-KR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Jitter</a:t>
            </a:r>
          </a:p>
          <a:p>
            <a:pPr lvl="2" algn="just">
              <a:buSzTx/>
              <a:buFont typeface="Wingdings" pitchFamily="2" charset="2"/>
              <a:buChar char="l"/>
            </a:pPr>
            <a:r>
              <a:rPr lang="en-US" altLang="ko-KR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refers to the variation in the packet arrival time.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2">
            <a:extLst>
              <a:ext uri="{FF2B5EF4-FFF2-40B4-BE49-F238E27FC236}">
                <a16:creationId xmlns:a16="http://schemas.microsoft.com/office/drawing/2014/main" id="{0CAB357A-B58F-C59E-5952-7F4C597613C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communications system components</a:t>
            </a:r>
          </a:p>
        </p:txBody>
      </p:sp>
      <p:pic>
        <p:nvPicPr>
          <p:cNvPr id="160059" name="Picture 315">
            <a:extLst>
              <a:ext uri="{FF2B5EF4-FFF2-40B4-BE49-F238E27FC236}">
                <a16:creationId xmlns:a16="http://schemas.microsoft.com/office/drawing/2014/main" id="{21DC1319-77BF-D293-6D1A-EB1DFC493B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6431" y="2168525"/>
            <a:ext cx="8713787" cy="2520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0060" name="Text Box 316">
            <a:extLst>
              <a:ext uri="{FF2B5EF4-FFF2-40B4-BE49-F238E27FC236}">
                <a16:creationId xmlns:a16="http://schemas.microsoft.com/office/drawing/2014/main" id="{CBAEBD32-C18D-5029-2724-0F207838D5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22425" y="5805264"/>
            <a:ext cx="678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0" lang="en-US" altLang="ko-KR" sz="2400" b="1">
                <a:solidFill>
                  <a:schemeClr val="bg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Times New Roman" panose="02020603050405020304" pitchFamily="18" charset="0"/>
              </a:rPr>
              <a:t>Figure 1.1</a:t>
            </a:r>
            <a:r>
              <a:rPr kumimoji="0" lang="en-US" altLang="ko-KR" sz="2400" b="1">
                <a:solidFill>
                  <a:srgbClr val="000000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Times New Roman" panose="02020603050405020304" pitchFamily="18" charset="0"/>
              </a:rPr>
              <a:t>  </a:t>
            </a:r>
            <a:r>
              <a:rPr kumimoji="0" lang="en-US" altLang="ko-KR" sz="2400" b="1" i="1">
                <a:solidFill>
                  <a:srgbClr val="000000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Times New Roman" panose="02020603050405020304" pitchFamily="18" charset="0"/>
              </a:rPr>
              <a:t>Five components of data</a:t>
            </a:r>
            <a:r>
              <a:rPr kumimoji="0" lang="en-US" altLang="ko-KR" sz="2400" b="1" i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Times New Roman" panose="02020603050405020304" pitchFamily="18" charset="0"/>
              </a:rPr>
              <a:t> </a:t>
            </a:r>
            <a:r>
              <a:rPr kumimoji="0" lang="en-US" altLang="ko-KR" sz="2400" b="1" i="1">
                <a:solidFill>
                  <a:srgbClr val="000000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Times New Roman" panose="02020603050405020304" pitchFamily="18" charset="0"/>
              </a:rPr>
              <a:t>communication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1026">
            <a:extLst>
              <a:ext uri="{FF2B5EF4-FFF2-40B4-BE49-F238E27FC236}">
                <a16:creationId xmlns:a16="http://schemas.microsoft.com/office/drawing/2014/main" id="{714FFAF3-C475-80B4-8F46-156A49D251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communication system components (cont’d)</a:t>
            </a:r>
          </a:p>
        </p:txBody>
      </p:sp>
      <p:sp>
        <p:nvSpPr>
          <p:cNvPr id="160771" name="Rectangle 1027">
            <a:extLst>
              <a:ext uri="{FF2B5EF4-FFF2-40B4-BE49-F238E27FC236}">
                <a16:creationId xmlns:a16="http://schemas.microsoft.com/office/drawing/2014/main" id="{1EB79C26-39C3-30FE-F40D-CD0C54BE057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altLang="ko-KR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Message</a:t>
            </a:r>
          </a:p>
          <a:p>
            <a:pPr lvl="1">
              <a:buFont typeface="Wingdings" pitchFamily="2" charset="2"/>
              <a:buChar char="v"/>
            </a:pPr>
            <a:r>
              <a:rPr lang="en-US" altLang="ko-KR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information(data) to be communicated.</a:t>
            </a:r>
          </a:p>
          <a:p>
            <a:pPr lvl="1">
              <a:buFont typeface="Monotype Sorts" pitchFamily="2" charset="2"/>
              <a:buNone/>
            </a:pPr>
            <a:r>
              <a:rPr lang="en-US" altLang="ko-KR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(text, numbers, pictures, sound, video or any combination of these)</a:t>
            </a:r>
          </a:p>
          <a:p>
            <a:pPr>
              <a:lnSpc>
                <a:spcPct val="100000"/>
              </a:lnSpc>
            </a:pPr>
            <a:r>
              <a:rPr lang="en-US" altLang="ko-KR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Sender</a:t>
            </a:r>
          </a:p>
          <a:p>
            <a:pPr lvl="1">
              <a:buFont typeface="Wingdings" pitchFamily="2" charset="2"/>
              <a:buChar char="v"/>
            </a:pPr>
            <a:r>
              <a:rPr lang="en-US" altLang="ko-KR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device that sends the data message.</a:t>
            </a:r>
          </a:p>
          <a:p>
            <a:pPr lvl="1">
              <a:buFont typeface="Monotype Sorts" pitchFamily="2" charset="2"/>
              <a:buNone/>
            </a:pPr>
            <a:r>
              <a:rPr lang="en-US" altLang="ko-KR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(computer, workstation, telephone handset, video camera)</a:t>
            </a:r>
          </a:p>
          <a:p>
            <a:pPr>
              <a:lnSpc>
                <a:spcPct val="100000"/>
              </a:lnSpc>
            </a:pPr>
            <a:r>
              <a:rPr lang="en-US" altLang="ko-KR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Receiver</a:t>
            </a:r>
          </a:p>
          <a:p>
            <a:pPr lvl="1">
              <a:buFont typeface="Wingdings" pitchFamily="2" charset="2"/>
              <a:buChar char="v"/>
            </a:pPr>
            <a:r>
              <a:rPr lang="en-US" altLang="ko-KR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device that receives the message.</a:t>
            </a:r>
          </a:p>
          <a:p>
            <a:pPr lvl="1">
              <a:buFont typeface="Monotype Sorts" pitchFamily="2" charset="2"/>
              <a:buNone/>
            </a:pPr>
            <a:r>
              <a:rPr lang="en-US" altLang="ko-KR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(computer, workstation, telephone handset, video camera)</a:t>
            </a:r>
            <a:endParaRPr lang="en-US" altLang="ko-KR" sz="16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2">
            <a:extLst>
              <a:ext uri="{FF2B5EF4-FFF2-40B4-BE49-F238E27FC236}">
                <a16:creationId xmlns:a16="http://schemas.microsoft.com/office/drawing/2014/main" id="{E3DFABA6-B4EE-4EF0-E93B-096D247CA93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latin typeface="Times New Roman" panose="02020603050405020304" pitchFamily="18" charset="0"/>
                <a:cs typeface="Times New Roman" panose="02020603050405020304" pitchFamily="18" charset="0"/>
              </a:rPr>
              <a:t>Data communication system components (cont’d)</a:t>
            </a:r>
          </a:p>
        </p:txBody>
      </p:sp>
      <p:sp>
        <p:nvSpPr>
          <p:cNvPr id="161795" name="Rectangle 3">
            <a:extLst>
              <a:ext uri="{FF2B5EF4-FFF2-40B4-BE49-F238E27FC236}">
                <a16:creationId xmlns:a16="http://schemas.microsoft.com/office/drawing/2014/main" id="{0AF4869D-402E-EC26-02AA-E9F8865D240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30000"/>
              </a:lnSpc>
            </a:pPr>
            <a:r>
              <a:rPr lang="en-US" altLang="ko-KR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Medium</a:t>
            </a:r>
          </a:p>
          <a:p>
            <a:pPr marL="704850" lvl="1">
              <a:lnSpc>
                <a:spcPct val="130000"/>
              </a:lnSpc>
              <a:buFont typeface="Wingdings" pitchFamily="2" charset="2"/>
              <a:buChar char="v"/>
            </a:pPr>
            <a:r>
              <a:rPr lang="en-US" altLang="ko-KR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physically path by which a message travels from sender to receiver.</a:t>
            </a:r>
          </a:p>
          <a:p>
            <a:pPr marL="704850" lvl="1">
              <a:lnSpc>
                <a:spcPct val="130000"/>
              </a:lnSpc>
              <a:buFont typeface="Monotype Sorts" pitchFamily="2" charset="2"/>
              <a:buNone/>
            </a:pPr>
            <a:r>
              <a:rPr lang="en-US" altLang="ko-KR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(twisted pair wire, coaxial cable, fiber- optic cable, laser , or radio waves(terrestrial or satellite microwave))</a:t>
            </a:r>
          </a:p>
          <a:p>
            <a:pPr>
              <a:lnSpc>
                <a:spcPct val="130000"/>
              </a:lnSpc>
            </a:pPr>
            <a:r>
              <a:rPr lang="en-US" altLang="ko-KR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Protocol</a:t>
            </a:r>
          </a:p>
          <a:p>
            <a:pPr marL="704850" lvl="1">
              <a:lnSpc>
                <a:spcPct val="130000"/>
              </a:lnSpc>
              <a:buFont typeface="Wingdings" pitchFamily="2" charset="2"/>
              <a:buChar char="v"/>
            </a:pPr>
            <a:r>
              <a:rPr lang="en-US" altLang="ko-KR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set of rules that govern data communication.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2" name="Rectangle 2">
            <a:extLst>
              <a:ext uri="{FF2B5EF4-FFF2-40B4-BE49-F238E27FC236}">
                <a16:creationId xmlns:a16="http://schemas.microsoft.com/office/drawing/2014/main" id="{98B29654-CF08-E493-FA71-0AAB5F5B35C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Representation</a:t>
            </a:r>
          </a:p>
        </p:txBody>
      </p:sp>
      <p:sp>
        <p:nvSpPr>
          <p:cNvPr id="184323" name="Rectangle 3">
            <a:extLst>
              <a:ext uri="{FF2B5EF4-FFF2-40B4-BE49-F238E27FC236}">
                <a16:creationId xmlns:a16="http://schemas.microsoft.com/office/drawing/2014/main" id="{A5E4C080-8416-F56F-1A57-470231204C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Text is represented as a bit pattern.</a:t>
            </a:r>
            <a:r>
              <a:rPr lang="en-US" altLang="ko-KR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>
              <a:buFont typeface="Wingdings" pitchFamily="2" charset="2"/>
              <a:buBlip>
                <a:blip r:embed="rId2"/>
              </a:buBlip>
            </a:pPr>
            <a:r>
              <a:rPr lang="en-US" altLang="ko-KR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Code : Each sets of bit patterns to represent text symbols.</a:t>
            </a:r>
          </a:p>
          <a:p>
            <a:pPr lvl="1">
              <a:buFont typeface="Wingdings" pitchFamily="2" charset="2"/>
              <a:buBlip>
                <a:blip r:embed="rId2"/>
              </a:buBlip>
            </a:pPr>
            <a:r>
              <a:rPr lang="en-US" altLang="ko-KR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ASCII : by ANSI, 7bits</a:t>
            </a:r>
          </a:p>
          <a:p>
            <a:pPr lvl="1">
              <a:buFont typeface="Wingdings" pitchFamily="2" charset="2"/>
              <a:buBlip>
                <a:blip r:embed="rId2"/>
              </a:buBlip>
            </a:pPr>
            <a:r>
              <a:rPr lang="en-US" altLang="ko-KR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Extended ASCII: 8bits</a:t>
            </a:r>
          </a:p>
          <a:p>
            <a:pPr lvl="1">
              <a:buFont typeface="Wingdings" pitchFamily="2" charset="2"/>
              <a:buBlip>
                <a:blip r:embed="rId2"/>
              </a:buBlip>
            </a:pPr>
            <a:r>
              <a:rPr lang="en-US" altLang="ko-KR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Unicode : 16 bits</a:t>
            </a:r>
          </a:p>
          <a:p>
            <a:pPr lvl="1">
              <a:buFont typeface="Wingdings" pitchFamily="2" charset="2"/>
              <a:buBlip>
                <a:blip r:embed="rId2"/>
              </a:buBlip>
            </a:pPr>
            <a:r>
              <a:rPr lang="en-US" altLang="ko-KR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ISO : 32bits</a:t>
            </a:r>
          </a:p>
          <a:p>
            <a:r>
              <a:rPr lang="en-US" altLang="ko-KR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Numbers : also represented by bit patterns. </a:t>
            </a:r>
          </a:p>
          <a:p>
            <a:r>
              <a:rPr lang="en-US" altLang="ko-KR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Images : also represented by bit patterns. (Picture)</a:t>
            </a:r>
          </a:p>
          <a:p>
            <a:r>
              <a:rPr lang="en-US" altLang="ko-KR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Audio : It is continuous, not discrete. (Voice or music)</a:t>
            </a:r>
          </a:p>
          <a:p>
            <a:r>
              <a:rPr lang="en-US" altLang="ko-KR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Video : The recording or broadcasting of a picture or movie.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04" name="Text Box 4">
            <a:extLst>
              <a:ext uri="{FF2B5EF4-FFF2-40B4-BE49-F238E27FC236}">
                <a16:creationId xmlns:a16="http://schemas.microsoft.com/office/drawing/2014/main" id="{D083D035-8FD5-0CBB-EAEF-BEFACD1A76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93056" y="5949950"/>
            <a:ext cx="67897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0" lang="en-US" altLang="ko-KR" sz="2400" b="1" dirty="0">
                <a:solidFill>
                  <a:schemeClr val="bg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Times New Roman" panose="02020603050405020304" pitchFamily="18" charset="0"/>
              </a:rPr>
              <a:t>Figure 1.2</a:t>
            </a:r>
            <a:r>
              <a:rPr kumimoji="0" lang="en-US" altLang="ko-KR" sz="2400" b="1" dirty="0">
                <a:solidFill>
                  <a:schemeClr val="folHlink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Times New Roman" panose="02020603050405020304" pitchFamily="18" charset="0"/>
              </a:rPr>
              <a:t>  </a:t>
            </a:r>
            <a:r>
              <a:rPr kumimoji="0" lang="en-US" altLang="ko-KR" sz="2000" b="1" i="1" dirty="0">
                <a:latin typeface="Times New Roman" panose="02020603050405020304" pitchFamily="18" charset="0"/>
                <a:ea typeface="굴림" panose="020B0600000101010101" pitchFamily="34" charset="-127"/>
                <a:cs typeface="Times New Roman" panose="02020603050405020304" pitchFamily="18" charset="0"/>
              </a:rPr>
              <a:t>Data flow (simplex, half-duplex, and full-duplex)</a:t>
            </a:r>
          </a:p>
        </p:txBody>
      </p:sp>
      <p:pic>
        <p:nvPicPr>
          <p:cNvPr id="256006" name="Picture 6">
            <a:extLst>
              <a:ext uri="{FF2B5EF4-FFF2-40B4-BE49-F238E27FC236}">
                <a16:creationId xmlns:a16="http://schemas.microsoft.com/office/drawing/2014/main" id="{A98EBD2B-8427-E35C-B287-AE3753CC1D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3056" y="1158875"/>
            <a:ext cx="6840538" cy="4791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56007" name="Rectangle 7">
            <a:extLst>
              <a:ext uri="{FF2B5EF4-FFF2-40B4-BE49-F238E27FC236}">
                <a16:creationId xmlns:a16="http://schemas.microsoft.com/office/drawing/2014/main" id="{47C983E4-6877-4AC1-73F1-4F1A165EFD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2313" y="258763"/>
            <a:ext cx="8582025" cy="503237"/>
          </a:xfrm>
          <a:prstGeom prst="rect">
            <a:avLst/>
          </a:prstGeom>
          <a:solidFill>
            <a:srgbClr val="F2CAD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>
            <a:lvl1pPr algn="ctr">
              <a:lnSpc>
                <a:spcPct val="90000"/>
              </a:lnSpc>
              <a:defRPr kumimoji="1"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algn="ctr">
              <a:lnSpc>
                <a:spcPct val="90000"/>
              </a:lnSpc>
              <a:defRPr kumimoji="1"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algn="ctr">
              <a:lnSpc>
                <a:spcPct val="90000"/>
              </a:lnSpc>
              <a:defRPr kumimoji="1"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algn="ctr">
              <a:lnSpc>
                <a:spcPct val="90000"/>
              </a:lnSpc>
              <a:defRPr kumimoji="1"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algn="ctr">
              <a:lnSpc>
                <a:spcPct val="90000"/>
              </a:lnSpc>
              <a:defRPr kumimoji="1"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4572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9144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13716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18288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r>
              <a:rPr lang="en-US" altLang="ko-KR" sz="3200" dirty="0">
                <a:latin typeface="Times New Roman" panose="02020603050405020304" pitchFamily="18" charset="0"/>
                <a:ea typeface="바탕체" panose="02030609000101010101" pitchFamily="49" charset="-127"/>
                <a:cs typeface="Times New Roman" panose="02020603050405020304" pitchFamily="18" charset="0"/>
              </a:rPr>
              <a:t>Direction of Data Flow</a:t>
            </a:r>
            <a:endParaRPr lang="en-US" altLang="ko-KR" sz="3200" dirty="0">
              <a:solidFill>
                <a:schemeClr val="tx1"/>
              </a:solidFill>
              <a:latin typeface="Times New Roman" panose="02020603050405020304" pitchFamily="18" charset="0"/>
              <a:ea typeface="바탕체" panose="02030609000101010101" pitchFamily="49" charset="-127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090" name="Rectangle 1026">
            <a:extLst>
              <a:ext uri="{FF2B5EF4-FFF2-40B4-BE49-F238E27FC236}">
                <a16:creationId xmlns:a16="http://schemas.microsoft.com/office/drawing/2014/main" id="{9110D19A-2EB6-7C58-ED82-8534065F82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200" dirty="0">
                <a:latin typeface="Times New Roman" panose="02020603050405020304" pitchFamily="18" charset="0"/>
                <a:ea typeface="바탕체" panose="02030609000101010101" pitchFamily="49" charset="-127"/>
                <a:cs typeface="Times New Roman" panose="02020603050405020304" pitchFamily="18" charset="0"/>
              </a:rPr>
              <a:t>Direction of Data Flow (cont’d)</a:t>
            </a:r>
            <a:endParaRPr lang="en-US" altLang="ko-KR" sz="3200" dirty="0">
              <a:solidFill>
                <a:schemeClr val="tx1"/>
              </a:solidFill>
              <a:latin typeface="Times New Roman" panose="02020603050405020304" pitchFamily="18" charset="0"/>
              <a:ea typeface="바탕체" panose="02030609000101010101" pitchFamily="49" charset="-127"/>
              <a:cs typeface="Times New Roman" panose="02020603050405020304" pitchFamily="18" charset="0"/>
            </a:endParaRPr>
          </a:p>
        </p:txBody>
      </p:sp>
      <p:sp>
        <p:nvSpPr>
          <p:cNvPr id="217091" name="Rectangle 1027">
            <a:extLst>
              <a:ext uri="{FF2B5EF4-FFF2-40B4-BE49-F238E27FC236}">
                <a16:creationId xmlns:a16="http://schemas.microsoft.com/office/drawing/2014/main" id="{FECDE975-96B0-64C9-A727-9C83DEBFD1D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30000"/>
              </a:lnSpc>
              <a:buFont typeface="Wingdings" pitchFamily="2" charset="2"/>
              <a:buChar char="v"/>
            </a:pPr>
            <a:endParaRPr lang="en-US" altLang="ko-KR" b="0" dirty="0">
              <a:latin typeface="Times New Roman" panose="02020603050405020304" pitchFamily="18" charset="0"/>
              <a:ea typeface="바탕체" panose="02030609000101010101" pitchFamily="49" charset="-127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</a:pPr>
            <a:r>
              <a:rPr lang="en-US" altLang="ko-KR" sz="2400" b="0" dirty="0">
                <a:latin typeface="Times New Roman" panose="02020603050405020304" pitchFamily="18" charset="0"/>
                <a:ea typeface="굴림체" panose="020B0609000101010101" pitchFamily="49" charset="-127"/>
                <a:cs typeface="Times New Roman" panose="02020603050405020304" pitchFamily="18" charset="0"/>
              </a:rPr>
              <a:t> </a:t>
            </a:r>
            <a:r>
              <a:rPr lang="en-US" altLang="ko-KR" sz="2400" b="0" dirty="0">
                <a:latin typeface="Times New Roman" panose="02020603050405020304" pitchFamily="18" charset="0"/>
                <a:ea typeface="바탕체" panose="02030609000101010101" pitchFamily="49" charset="-127"/>
                <a:cs typeface="Times New Roman" panose="02020603050405020304" pitchFamily="18" charset="0"/>
              </a:rPr>
              <a:t>Simplex </a:t>
            </a:r>
          </a:p>
          <a:p>
            <a:pPr lvl="1">
              <a:lnSpc>
                <a:spcPct val="130000"/>
              </a:lnSpc>
              <a:buFont typeface="Wingdings" pitchFamily="2" charset="2"/>
              <a:buBlip>
                <a:blip r:embed="rId2"/>
              </a:buBlip>
            </a:pPr>
            <a:r>
              <a:rPr lang="en-US" altLang="ko-KR" sz="2000" b="0" dirty="0">
                <a:latin typeface="Times New Roman" panose="02020603050405020304" pitchFamily="18" charset="0"/>
                <a:ea typeface="바탕체" panose="02030609000101010101" pitchFamily="49" charset="-127"/>
                <a:cs typeface="Times New Roman" panose="02020603050405020304" pitchFamily="18" charset="0"/>
              </a:rPr>
              <a:t> unidirectional, as on a one-way street (keyboard, monitor)</a:t>
            </a:r>
          </a:p>
          <a:p>
            <a:pPr>
              <a:lnSpc>
                <a:spcPct val="130000"/>
              </a:lnSpc>
            </a:pPr>
            <a:r>
              <a:rPr lang="en-US" altLang="ko-KR" b="0" dirty="0">
                <a:latin typeface="Times New Roman" panose="02020603050405020304" pitchFamily="18" charset="0"/>
                <a:ea typeface="굴림체" panose="020B0609000101010101" pitchFamily="49" charset="-127"/>
                <a:cs typeface="Times New Roman" panose="02020603050405020304" pitchFamily="18" charset="0"/>
              </a:rPr>
              <a:t> </a:t>
            </a:r>
            <a:r>
              <a:rPr lang="en-US" altLang="ko-KR" sz="2400" b="0" dirty="0">
                <a:latin typeface="Times New Roman" panose="02020603050405020304" pitchFamily="18" charset="0"/>
                <a:ea typeface="바탕체" panose="02030609000101010101" pitchFamily="49" charset="-127"/>
                <a:cs typeface="Times New Roman" panose="02020603050405020304" pitchFamily="18" charset="0"/>
              </a:rPr>
              <a:t>Half-Duplex</a:t>
            </a:r>
          </a:p>
          <a:p>
            <a:pPr lvl="1">
              <a:lnSpc>
                <a:spcPct val="130000"/>
              </a:lnSpc>
              <a:buFont typeface="Wingdings" pitchFamily="2" charset="2"/>
              <a:buBlip>
                <a:blip r:embed="rId2"/>
              </a:buBlip>
            </a:pPr>
            <a:r>
              <a:rPr lang="en-US" altLang="ko-KR" sz="2000" b="0" dirty="0">
                <a:latin typeface="Times New Roman" panose="02020603050405020304" pitchFamily="18" charset="0"/>
                <a:ea typeface="바탕체" panose="02030609000101010101" pitchFamily="49" charset="-127"/>
                <a:cs typeface="Times New Roman" panose="02020603050405020304" pitchFamily="18" charset="0"/>
              </a:rPr>
              <a:t> each station can both transmit and receive, but not at the same  time</a:t>
            </a:r>
          </a:p>
          <a:p>
            <a:pPr>
              <a:lnSpc>
                <a:spcPct val="130000"/>
              </a:lnSpc>
            </a:pPr>
            <a:r>
              <a:rPr lang="en-US" altLang="ko-KR" b="0" dirty="0">
                <a:latin typeface="Times New Roman" panose="02020603050405020304" pitchFamily="18" charset="0"/>
                <a:ea typeface="굴림체" panose="020B0609000101010101" pitchFamily="49" charset="-127"/>
                <a:cs typeface="Times New Roman" panose="02020603050405020304" pitchFamily="18" charset="0"/>
              </a:rPr>
              <a:t> </a:t>
            </a:r>
            <a:r>
              <a:rPr lang="en-US" altLang="ko-KR" sz="2400" b="0" dirty="0">
                <a:latin typeface="Times New Roman" panose="02020603050405020304" pitchFamily="18" charset="0"/>
                <a:ea typeface="바탕체" panose="02030609000101010101" pitchFamily="49" charset="-127"/>
                <a:cs typeface="Times New Roman" panose="02020603050405020304" pitchFamily="18" charset="0"/>
              </a:rPr>
              <a:t>Full-Duplex</a:t>
            </a:r>
          </a:p>
          <a:p>
            <a:pPr lvl="1">
              <a:lnSpc>
                <a:spcPct val="130000"/>
              </a:lnSpc>
              <a:buFont typeface="Wingdings" pitchFamily="2" charset="2"/>
              <a:buBlip>
                <a:blip r:embed="rId2"/>
              </a:buBlip>
            </a:pPr>
            <a:r>
              <a:rPr lang="en-US" altLang="ko-KR" sz="2000" b="0" dirty="0">
                <a:latin typeface="Times New Roman" panose="02020603050405020304" pitchFamily="18" charset="0"/>
                <a:ea typeface="바탕체" panose="02030609000101010101" pitchFamily="49" charset="-127"/>
                <a:cs typeface="Times New Roman" panose="02020603050405020304" pitchFamily="18" charset="0"/>
              </a:rPr>
              <a:t> both stations can transmit and receive simultaneously</a:t>
            </a:r>
          </a:p>
          <a:p>
            <a:endParaRPr lang="en-US" altLang="ko-KR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050" name="Rectangle 2">
            <a:extLst>
              <a:ext uri="{FF2B5EF4-FFF2-40B4-BE49-F238E27FC236}">
                <a16:creationId xmlns:a16="http://schemas.microsoft.com/office/drawing/2014/main" id="{5153E263-39FE-A5D6-BBED-861C1A7F87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906000" cy="990600"/>
          </a:xfrm>
          <a:prstGeom prst="rect">
            <a:avLst/>
          </a:prstGeom>
          <a:solidFill>
            <a:srgbClr val="33CCFF"/>
          </a:solidFill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kumimoji="0" lang="en-US" altLang="en-US" sz="3200" b="1"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 pitchFamily="18" charset="0"/>
              <a:ea typeface="굴림" panose="020B0600000101010101" pitchFamily="34" charset="-127"/>
            </a:endParaRPr>
          </a:p>
        </p:txBody>
      </p:sp>
      <p:sp>
        <p:nvSpPr>
          <p:cNvPr id="258051" name="Text Box 3">
            <a:extLst>
              <a:ext uri="{FF2B5EF4-FFF2-40B4-BE49-F238E27FC236}">
                <a16:creationId xmlns:a16="http://schemas.microsoft.com/office/drawing/2014/main" id="{AF553E12-7464-416A-C7E4-85DFBA21D4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7650" y="152400"/>
            <a:ext cx="33909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0" lang="en-US" altLang="ko-KR" sz="32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굴림" panose="020B0600000101010101" pitchFamily="34" charset="-127"/>
                <a:cs typeface="Times New Roman" panose="02020603050405020304" pitchFamily="18" charset="0"/>
              </a:rPr>
              <a:t>1.2   NETWORKS</a:t>
            </a:r>
          </a:p>
        </p:txBody>
      </p:sp>
      <p:sp>
        <p:nvSpPr>
          <p:cNvPr id="258052" name="Text Box 4">
            <a:extLst>
              <a:ext uri="{FF2B5EF4-FFF2-40B4-BE49-F238E27FC236}">
                <a16:creationId xmlns:a16="http://schemas.microsoft.com/office/drawing/2014/main" id="{740A5AEE-9F7E-5BA9-A496-058C9A30C8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15400" y="6400800"/>
            <a:ext cx="2000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kumimoji="0" lang="en-US" altLang="en-US" sz="1800" b="1">
              <a:solidFill>
                <a:schemeClr val="tx1"/>
              </a:solidFill>
              <a:latin typeface="Times New Roman" panose="02020603050405020304" pitchFamily="18" charset="0"/>
              <a:ea typeface="굴림" panose="020B0600000101010101" pitchFamily="34" charset="-127"/>
            </a:endParaRPr>
          </a:p>
        </p:txBody>
      </p:sp>
      <p:sp>
        <p:nvSpPr>
          <p:cNvPr id="258053" name="Rectangle 5">
            <a:extLst>
              <a:ext uri="{FF2B5EF4-FFF2-40B4-BE49-F238E27FC236}">
                <a16:creationId xmlns:a16="http://schemas.microsoft.com/office/drawing/2014/main" id="{7786DE2E-EA83-D0C0-4BB0-9B04B85595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550" y="1355725"/>
            <a:ext cx="9328150" cy="180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1" hangingPunct="1"/>
            <a:r>
              <a:rPr kumimoji="0" lang="en-US" altLang="ko-KR" sz="2800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굴림" panose="020B0600000101010101" pitchFamily="34" charset="-127"/>
              </a:rPr>
              <a:t>A</a:t>
            </a:r>
            <a:r>
              <a:rPr kumimoji="0" lang="en-US" altLang="ko-KR" sz="2800" b="1" i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굴림" panose="020B0600000101010101" pitchFamily="34" charset="-127"/>
              </a:rPr>
              <a:t> </a:t>
            </a:r>
            <a:r>
              <a:rPr kumimoji="0" lang="en-US" altLang="ko-KR" sz="2800" b="1" i="1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굴림" panose="020B0600000101010101" pitchFamily="34" charset="-127"/>
              </a:rPr>
              <a:t>network</a:t>
            </a:r>
            <a:r>
              <a:rPr kumimoji="0" lang="en-US" altLang="ko-KR" sz="2800" b="1" i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굴림" panose="020B0600000101010101" pitchFamily="34" charset="-127"/>
              </a:rPr>
              <a:t> </a:t>
            </a:r>
            <a:r>
              <a:rPr kumimoji="0" lang="en-US" altLang="ko-KR" sz="2800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굴림" panose="020B0600000101010101" pitchFamily="34" charset="-127"/>
              </a:rPr>
              <a:t>is a set of devices (often referred to as</a:t>
            </a:r>
            <a:r>
              <a:rPr kumimoji="0" lang="en-US" altLang="ko-KR" sz="2800" b="1" i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굴림" panose="020B0600000101010101" pitchFamily="34" charset="-127"/>
              </a:rPr>
              <a:t> </a:t>
            </a:r>
            <a:r>
              <a:rPr kumimoji="0" lang="en-US" altLang="ko-KR" sz="2800" b="1" i="1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굴림" panose="020B0600000101010101" pitchFamily="34" charset="-127"/>
              </a:rPr>
              <a:t>nodes</a:t>
            </a:r>
            <a:r>
              <a:rPr kumimoji="0" lang="en-US" altLang="ko-KR" sz="2800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굴림" panose="020B0600000101010101" pitchFamily="34" charset="-127"/>
              </a:rPr>
              <a:t>) connected by communication</a:t>
            </a:r>
            <a:r>
              <a:rPr kumimoji="0" lang="en-US" altLang="ko-KR" sz="2800" b="1" i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굴림" panose="020B0600000101010101" pitchFamily="34" charset="-127"/>
              </a:rPr>
              <a:t> </a:t>
            </a:r>
            <a:r>
              <a:rPr kumimoji="0" lang="en-US" altLang="ko-KR" sz="2800" b="1" i="1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굴림" panose="020B0600000101010101" pitchFamily="34" charset="-127"/>
              </a:rPr>
              <a:t>links</a:t>
            </a:r>
            <a:r>
              <a:rPr kumimoji="0" lang="en-US" altLang="ko-KR" sz="2800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굴림" panose="020B0600000101010101" pitchFamily="34" charset="-127"/>
              </a:rPr>
              <a:t>. A node can be a computer, printer, or any other device capable of sending and/or receiving data generated by other nodes on the network.</a:t>
            </a:r>
          </a:p>
        </p:txBody>
      </p:sp>
      <p:sp>
        <p:nvSpPr>
          <p:cNvPr id="258054" name="Rectangle 6">
            <a:extLst>
              <a:ext uri="{FF2B5EF4-FFF2-40B4-BE49-F238E27FC236}">
                <a16:creationId xmlns:a16="http://schemas.microsoft.com/office/drawing/2014/main" id="{DD5F8E75-64A4-05E2-2E33-037ABC56B7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7650" y="4057650"/>
            <a:ext cx="7016750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buClr>
                <a:schemeClr val="folHlink"/>
              </a:buClr>
              <a:buSzPct val="117000"/>
              <a:buFont typeface="Wingdings" pitchFamily="2" charset="2"/>
              <a:buNone/>
            </a:pPr>
            <a:r>
              <a:rPr kumimoji="0" lang="fr-FR" altLang="en-US" sz="2400" b="1" dirty="0">
                <a:solidFill>
                  <a:srgbClr val="0033CC"/>
                </a:solidFill>
                <a:latin typeface="Times New Roman" panose="02020603050405020304" pitchFamily="18" charset="0"/>
                <a:ea typeface="굴림" panose="020B0600000101010101" pitchFamily="34" charset="-127"/>
              </a:rPr>
              <a:t>Network Criteria</a:t>
            </a:r>
            <a:br>
              <a:rPr kumimoji="0" lang="fr-FR" altLang="en-US" sz="2400" b="1" dirty="0">
                <a:solidFill>
                  <a:srgbClr val="0033CC"/>
                </a:solidFill>
                <a:latin typeface="Times New Roman" panose="02020603050405020304" pitchFamily="18" charset="0"/>
                <a:ea typeface="굴림" panose="020B0600000101010101" pitchFamily="34" charset="-127"/>
              </a:rPr>
            </a:br>
            <a:r>
              <a:rPr kumimoji="0" lang="en-US" altLang="ko-KR" sz="2400" b="1" dirty="0">
                <a:solidFill>
                  <a:srgbClr val="0033CC"/>
                </a:solidFill>
                <a:latin typeface="Times New Roman" panose="02020603050405020304" pitchFamily="18" charset="0"/>
                <a:ea typeface="굴림" panose="020B0600000101010101" pitchFamily="34" charset="-127"/>
              </a:rPr>
              <a:t>Physical Structures</a:t>
            </a:r>
            <a:br>
              <a:rPr kumimoji="0" lang="en-US" altLang="ko-KR" sz="2400" b="1" dirty="0">
                <a:solidFill>
                  <a:srgbClr val="0033CC"/>
                </a:solidFill>
                <a:latin typeface="Times New Roman" panose="02020603050405020304" pitchFamily="18" charset="0"/>
                <a:ea typeface="굴림" panose="020B0600000101010101" pitchFamily="34" charset="-127"/>
              </a:rPr>
            </a:br>
            <a:r>
              <a:rPr kumimoji="0" lang="en-US" altLang="ko-KR" sz="2400" b="1" dirty="0">
                <a:solidFill>
                  <a:srgbClr val="0033CC"/>
                </a:solidFill>
                <a:latin typeface="Times New Roman" panose="02020603050405020304" pitchFamily="18" charset="0"/>
                <a:ea typeface="굴림" panose="020B0600000101010101" pitchFamily="34" charset="-127"/>
              </a:rPr>
              <a:t>Network Models</a:t>
            </a:r>
            <a:br>
              <a:rPr kumimoji="0" lang="en-US" altLang="ko-KR" sz="2400" b="1" dirty="0">
                <a:solidFill>
                  <a:srgbClr val="0033CC"/>
                </a:solidFill>
                <a:latin typeface="Times New Roman" panose="02020603050405020304" pitchFamily="18" charset="0"/>
                <a:ea typeface="굴림" panose="020B0600000101010101" pitchFamily="34" charset="-127"/>
              </a:rPr>
            </a:br>
            <a:r>
              <a:rPr kumimoji="0" lang="en-US" altLang="ko-KR" sz="2400" b="1" dirty="0">
                <a:solidFill>
                  <a:srgbClr val="0033CC"/>
                </a:solidFill>
                <a:latin typeface="Times New Roman" panose="02020603050405020304" pitchFamily="18" charset="0"/>
                <a:ea typeface="굴림" panose="020B0600000101010101" pitchFamily="34" charset="-127"/>
              </a:rPr>
              <a:t>Categories of Networks</a:t>
            </a:r>
            <a:br>
              <a:rPr kumimoji="0" lang="en-US" altLang="ko-KR" sz="2400" b="1" dirty="0">
                <a:solidFill>
                  <a:srgbClr val="0033CC"/>
                </a:solidFill>
                <a:latin typeface="Times New Roman" panose="02020603050405020304" pitchFamily="18" charset="0"/>
                <a:ea typeface="굴림" panose="020B0600000101010101" pitchFamily="34" charset="-127"/>
              </a:rPr>
            </a:br>
            <a:r>
              <a:rPr kumimoji="0" lang="en-US" altLang="ko-KR" sz="2400" b="1" dirty="0">
                <a:solidFill>
                  <a:srgbClr val="0033CC"/>
                </a:solidFill>
                <a:latin typeface="Times New Roman" panose="02020603050405020304" pitchFamily="18" charset="0"/>
                <a:ea typeface="굴림" panose="020B0600000101010101" pitchFamily="34" charset="-127"/>
              </a:rPr>
              <a:t>Interconnection of Networks: Internetwork</a:t>
            </a:r>
          </a:p>
        </p:txBody>
      </p:sp>
      <p:sp>
        <p:nvSpPr>
          <p:cNvPr id="258055" name="Text Box 7">
            <a:extLst>
              <a:ext uri="{FF2B5EF4-FFF2-40B4-BE49-F238E27FC236}">
                <a16:creationId xmlns:a16="http://schemas.microsoft.com/office/drawing/2014/main" id="{BECDFAB1-53D0-FC05-8D38-655D44BBDF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1938" y="3581400"/>
            <a:ext cx="52673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kumimoji="0" lang="en-US" altLang="ko-KR" sz="2800" b="1" i="1" u="sng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굴림" panose="020B0600000101010101" pitchFamily="34" charset="-127"/>
              </a:rPr>
              <a:t>Topics discussed in this section: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Rectangle 2">
            <a:extLst>
              <a:ext uri="{FF2B5EF4-FFF2-40B4-BE49-F238E27FC236}">
                <a16:creationId xmlns:a16="http://schemas.microsoft.com/office/drawing/2014/main" id="{F28E244A-6FB4-CE1D-C9AE-F2660F26C8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Criteria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E9AD38CC-7BED-A91D-3479-42B2F550F83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52087627"/>
              </p:ext>
            </p:extLst>
          </p:nvPr>
        </p:nvGraphicFramePr>
        <p:xfrm>
          <a:off x="1651000" y="1227666"/>
          <a:ext cx="6604000" cy="4402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Rectangle 2">
            <a:extLst>
              <a:ext uri="{FF2B5EF4-FFF2-40B4-BE49-F238E27FC236}">
                <a16:creationId xmlns:a16="http://schemas.microsoft.com/office/drawing/2014/main" id="{98C5EAC0-D82A-07D8-FDE5-9301A8075D2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</a:t>
            </a:r>
          </a:p>
        </p:txBody>
      </p:sp>
      <p:sp>
        <p:nvSpPr>
          <p:cNvPr id="167939" name="Rectangle 3">
            <a:extLst>
              <a:ext uri="{FF2B5EF4-FFF2-40B4-BE49-F238E27FC236}">
                <a16:creationId xmlns:a16="http://schemas.microsoft.com/office/drawing/2014/main" id="{EE0AF2F6-24D1-ABB0-934B-D12F1AE5C1F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40000"/>
              </a:lnSpc>
            </a:pPr>
            <a:r>
              <a:rPr lang="en-US" altLang="ko-KR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Depends on several factors</a:t>
            </a:r>
            <a:r>
              <a:rPr lang="en-US" altLang="ko-KR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>
              <a:buFont typeface="Wingdings" pitchFamily="2" charset="2"/>
              <a:buChar char="v"/>
            </a:pPr>
            <a:r>
              <a:rPr lang="en-US" altLang="ko-KR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of users</a:t>
            </a:r>
          </a:p>
          <a:p>
            <a:pPr lvl="1">
              <a:buFont typeface="Wingdings" pitchFamily="2" charset="2"/>
              <a:buChar char="v"/>
            </a:pPr>
            <a:r>
              <a:rPr lang="en-US" altLang="ko-KR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 of transmission medium</a:t>
            </a:r>
          </a:p>
          <a:p>
            <a:pPr lvl="1">
              <a:buFont typeface="Wingdings" pitchFamily="2" charset="2"/>
              <a:buChar char="v"/>
            </a:pPr>
            <a:r>
              <a:rPr lang="en-US" altLang="ko-KR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capability of hardware(s)</a:t>
            </a:r>
          </a:p>
          <a:p>
            <a:pPr lvl="1">
              <a:buFont typeface="Wingdings" pitchFamily="2" charset="2"/>
              <a:buChar char="v"/>
            </a:pPr>
            <a:r>
              <a:rPr lang="en-US" altLang="ko-KR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efficiency of software</a:t>
            </a:r>
          </a:p>
          <a:p>
            <a:pPr marL="457200" lvl="1" indent="0">
              <a:buNone/>
            </a:pPr>
            <a:endParaRPr lang="en-US" altLang="ko-KR" sz="20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ko-KR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Evaluated by two networking metrics: </a:t>
            </a:r>
          </a:p>
          <a:p>
            <a:pPr lvl="1">
              <a:buFont typeface="Wingdings" pitchFamily="2" charset="2"/>
              <a:buChar char="v"/>
            </a:pPr>
            <a:r>
              <a:rPr lang="en-US" altLang="ko-KR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Throughput and Delay.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1026">
            <a:extLst>
              <a:ext uri="{FF2B5EF4-FFF2-40B4-BE49-F238E27FC236}">
                <a16:creationId xmlns:a16="http://schemas.microsoft.com/office/drawing/2014/main" id="{CAE8281C-9816-C1D4-56B0-3D90AE7402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Reliability </a:t>
            </a:r>
          </a:p>
        </p:txBody>
      </p:sp>
      <p:sp>
        <p:nvSpPr>
          <p:cNvPr id="168963" name="Rectangle 1027">
            <a:extLst>
              <a:ext uri="{FF2B5EF4-FFF2-40B4-BE49-F238E27FC236}">
                <a16:creationId xmlns:a16="http://schemas.microsoft.com/office/drawing/2014/main" id="{40B63EA5-0B71-30AC-3A4A-CB85955E199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40000"/>
              </a:lnSpc>
            </a:pPr>
            <a:r>
              <a:rPr lang="en-US" altLang="ko-KR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Frequency of failure</a:t>
            </a:r>
          </a:p>
          <a:p>
            <a:pPr>
              <a:lnSpc>
                <a:spcPct val="140000"/>
              </a:lnSpc>
            </a:pPr>
            <a:r>
              <a:rPr lang="en-US" altLang="ko-KR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Recovery time of a network after a failure</a:t>
            </a:r>
          </a:p>
          <a:p>
            <a:pPr>
              <a:lnSpc>
                <a:spcPct val="140000"/>
              </a:lnSpc>
            </a:pPr>
            <a:r>
              <a:rPr lang="en-US" altLang="ko-KR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Robustness of Catastrophe</a:t>
            </a:r>
          </a:p>
          <a:p>
            <a:pPr lvl="1">
              <a:lnSpc>
                <a:spcPct val="140000"/>
              </a:lnSpc>
              <a:buFont typeface="Wingdings" pitchFamily="2" charset="2"/>
              <a:buChar char="v"/>
            </a:pPr>
            <a:r>
              <a:rPr lang="en-US" altLang="ko-KR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Networks must be protected from catastrophic events such as fire, earthquake, or theft.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6" name="Rectangle 2">
            <a:extLst>
              <a:ext uri="{FF2B5EF4-FFF2-40B4-BE49-F238E27FC236}">
                <a16:creationId xmlns:a16="http://schemas.microsoft.com/office/drawing/2014/main" id="{FD4DC77F-16FF-17F0-9931-18E476F21DB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</a:t>
            </a:r>
          </a:p>
        </p:txBody>
      </p:sp>
      <p:sp>
        <p:nvSpPr>
          <p:cNvPr id="169987" name="Rectangle 3">
            <a:extLst>
              <a:ext uri="{FF2B5EF4-FFF2-40B4-BE49-F238E27FC236}">
                <a16:creationId xmlns:a16="http://schemas.microsoft.com/office/drawing/2014/main" id="{39473FC9-1CD7-F515-8E9F-CC0A63BC5F0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04850" y="1125538"/>
            <a:ext cx="8588375" cy="5334000"/>
          </a:xfrm>
        </p:spPr>
        <p:txBody>
          <a:bodyPr/>
          <a:lstStyle/>
          <a:p>
            <a:r>
              <a:rPr lang="en-US" altLang="ko-KR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Protection against unauthorized access</a:t>
            </a:r>
          </a:p>
          <a:p>
            <a:r>
              <a:rPr lang="en-US" altLang="ko-KR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Protection from damage of data</a:t>
            </a:r>
          </a:p>
          <a:p>
            <a:r>
              <a:rPr lang="en-US" altLang="ko-KR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Policies and procedure for recovery from breaches and data losses. 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0" name="Rectangle 2">
            <a:extLst>
              <a:ext uri="{FF2B5EF4-FFF2-40B4-BE49-F238E27FC236}">
                <a16:creationId xmlns:a16="http://schemas.microsoft.com/office/drawing/2014/main" id="{3E60EFC6-0DE0-2E16-1690-956B9C8EDD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Physical Structures</a:t>
            </a:r>
          </a:p>
        </p:txBody>
      </p:sp>
      <p:sp>
        <p:nvSpPr>
          <p:cNvPr id="191491" name="Rectangle 3">
            <a:extLst>
              <a:ext uri="{FF2B5EF4-FFF2-40B4-BE49-F238E27FC236}">
                <a16:creationId xmlns:a16="http://schemas.microsoft.com/office/drawing/2014/main" id="{3C4B11CE-994B-6C2D-1348-143E5E2734F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 of Network Connection</a:t>
            </a:r>
          </a:p>
          <a:p>
            <a:pPr lvl="1">
              <a:buFont typeface="Wingdings" pitchFamily="2" charset="2"/>
              <a:buChar char="v"/>
            </a:pPr>
            <a:r>
              <a:rPr lang="en-US" altLang="ko-KR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Point-to-Point</a:t>
            </a:r>
          </a:p>
          <a:p>
            <a:pPr lvl="2"/>
            <a:r>
              <a:rPr lang="en-US" altLang="ko-KR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 dedicated link between two devices.</a:t>
            </a:r>
          </a:p>
          <a:p>
            <a:endParaRPr lang="en-US" altLang="ko-KR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itchFamily="2" charset="2"/>
              <a:buChar char="v"/>
            </a:pPr>
            <a:r>
              <a:rPr lang="en-US" altLang="ko-KR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Multipoint : multi-drop</a:t>
            </a:r>
          </a:p>
          <a:p>
            <a:pPr lvl="2"/>
            <a:r>
              <a:rPr lang="en-US" altLang="ko-KR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configuration in which more than two specific devices share a single link</a:t>
            </a:r>
          </a:p>
          <a:p>
            <a:endParaRPr lang="en-US" altLang="ko-KR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1492" name="Rectangle 4">
            <a:extLst>
              <a:ext uri="{FF2B5EF4-FFF2-40B4-BE49-F238E27FC236}">
                <a16:creationId xmlns:a16="http://schemas.microsoft.com/office/drawing/2014/main" id="{E1527109-F3AA-36A7-9362-B52BF894EC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16150" y="2276475"/>
            <a:ext cx="49530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000000"/>
                    </a:gs>
                    <a:gs pos="100000">
                      <a:srgbClr val="000000">
                        <a:gamma/>
                        <a:shade val="89804"/>
                        <a:invGamma/>
                      </a:srgbClr>
                    </a:gs>
                  </a:gsLst>
                  <a:lin ang="5400000" scaled="1"/>
                </a:gra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 altLang="en-US" b="1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100" name="Text Box 4">
            <a:extLst>
              <a:ext uri="{FF2B5EF4-FFF2-40B4-BE49-F238E27FC236}">
                <a16:creationId xmlns:a16="http://schemas.microsoft.com/office/drawing/2014/main" id="{77772E15-00F6-5EE7-33D9-3607E30A95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1825" y="1196975"/>
            <a:ext cx="7042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0" lang="en-US" altLang="ko-KR" sz="2400" b="1">
                <a:solidFill>
                  <a:schemeClr val="folHlink"/>
                </a:solidFill>
                <a:latin typeface="Times New Roman" panose="02020603050405020304" pitchFamily="18" charset="0"/>
                <a:ea typeface="굴림" panose="020B0600000101010101" pitchFamily="34" charset="-127"/>
              </a:rPr>
              <a:t>Figure 1.3  </a:t>
            </a:r>
            <a:r>
              <a:rPr kumimoji="0" lang="en-US" altLang="ko-KR" sz="2000" b="1" i="1">
                <a:latin typeface="Times New Roman" panose="02020603050405020304" pitchFamily="18" charset="0"/>
                <a:ea typeface="굴림" panose="020B0600000101010101" pitchFamily="34" charset="-127"/>
              </a:rPr>
              <a:t>Types of connections: point-to-point and multipoint</a:t>
            </a:r>
          </a:p>
        </p:txBody>
      </p:sp>
      <p:pic>
        <p:nvPicPr>
          <p:cNvPr id="260102" name="Picture 6">
            <a:extLst>
              <a:ext uri="{FF2B5EF4-FFF2-40B4-BE49-F238E27FC236}">
                <a16:creationId xmlns:a16="http://schemas.microsoft.com/office/drawing/2014/main" id="{D9466F7A-642A-F1FE-578F-6D4C4A3429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6650" y="2060575"/>
            <a:ext cx="7396163" cy="3997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60103" name="Rectangle 7">
            <a:extLst>
              <a:ext uri="{FF2B5EF4-FFF2-40B4-BE49-F238E27FC236}">
                <a16:creationId xmlns:a16="http://schemas.microsoft.com/office/drawing/2014/main" id="{4C3C37B5-F365-77ED-3133-D04B831991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2313" y="258763"/>
            <a:ext cx="8582025" cy="503237"/>
          </a:xfrm>
          <a:prstGeom prst="rect">
            <a:avLst/>
          </a:prstGeom>
          <a:solidFill>
            <a:srgbClr val="F2CAD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>
            <a:lvl1pPr algn="ctr">
              <a:lnSpc>
                <a:spcPct val="90000"/>
              </a:lnSpc>
              <a:defRPr kumimoji="1"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algn="ctr">
              <a:lnSpc>
                <a:spcPct val="90000"/>
              </a:lnSpc>
              <a:defRPr kumimoji="1"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algn="ctr">
              <a:lnSpc>
                <a:spcPct val="90000"/>
              </a:lnSpc>
              <a:defRPr kumimoji="1"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algn="ctr">
              <a:lnSpc>
                <a:spcPct val="90000"/>
              </a:lnSpc>
              <a:defRPr kumimoji="1"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algn="ctr">
              <a:lnSpc>
                <a:spcPct val="90000"/>
              </a:lnSpc>
              <a:defRPr kumimoji="1"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4572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9144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13716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18288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r>
              <a:rPr lang="en-US" altLang="ko-K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Physical Structures (cont’d)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10" name="Rectangle 2">
            <a:extLst>
              <a:ext uri="{FF2B5EF4-FFF2-40B4-BE49-F238E27FC236}">
                <a16:creationId xmlns:a16="http://schemas.microsoft.com/office/drawing/2014/main" id="{375C128D-2D98-4127-EB40-C26439881B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Physical Topology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238D6437-6169-11CB-7A2F-AD5279695AC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52243882"/>
              </p:ext>
            </p:extLst>
          </p:nvPr>
        </p:nvGraphicFramePr>
        <p:xfrm>
          <a:off x="1651000" y="1227666"/>
          <a:ext cx="6604000" cy="4402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58" name="Rectangle 2">
            <a:extLst>
              <a:ext uri="{FF2B5EF4-FFF2-40B4-BE49-F238E27FC236}">
                <a16:creationId xmlns:a16="http://schemas.microsoft.com/office/drawing/2014/main" id="{69C4147D-8A4C-C31C-E810-8C72FDB79F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Mesh Topology</a:t>
            </a:r>
          </a:p>
        </p:txBody>
      </p:sp>
      <p:sp>
        <p:nvSpPr>
          <p:cNvPr id="198660" name="Rectangle 4">
            <a:extLst>
              <a:ext uri="{FF2B5EF4-FFF2-40B4-BE49-F238E27FC236}">
                <a16:creationId xmlns:a16="http://schemas.microsoft.com/office/drawing/2014/main" id="{53B1C331-9940-6D2C-3B65-B98A434D90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825" y="836613"/>
            <a:ext cx="8588375" cy="533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>
              <a:lnSpc>
                <a:spcPct val="120000"/>
              </a:lnSpc>
              <a:spcBef>
                <a:spcPct val="30000"/>
              </a:spcBef>
              <a:spcAft>
                <a:spcPct val="30000"/>
              </a:spcAft>
              <a:buClr>
                <a:schemeClr val="accent1"/>
              </a:buClr>
              <a:buSzPct val="100000"/>
              <a:buFont typeface="Wingdings" pitchFamily="2" charset="2"/>
              <a:buChar char="q"/>
              <a:defRPr kumimoji="1" sz="2000" b="1">
                <a:solidFill>
                  <a:schemeClr val="bg2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marL="742950" indent="-285750">
              <a:spcBef>
                <a:spcPct val="30000"/>
              </a:spcBef>
              <a:spcAft>
                <a:spcPct val="20000"/>
              </a:spcAft>
              <a:buClr>
                <a:schemeClr val="accent1"/>
              </a:buClr>
              <a:buSzPct val="100000"/>
              <a:buFont typeface="Monotype Sorts" pitchFamily="2" charset="2"/>
              <a:buBlip>
                <a:blip r:embed="rId2"/>
              </a:buBlip>
              <a:defRPr kumimoji="1" b="1">
                <a:solidFill>
                  <a:schemeClr val="bg2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marL="1143000" indent="-228600">
              <a:spcBef>
                <a:spcPct val="30000"/>
              </a:spcBef>
              <a:buClr>
                <a:schemeClr val="accent1"/>
              </a:buClr>
              <a:buSzPct val="60000"/>
              <a:buFont typeface="Monotype Sorts" pitchFamily="2" charset="2"/>
              <a:buChar char="l"/>
              <a:defRPr kumimoji="1" sz="1600" b="1">
                <a:solidFill>
                  <a:schemeClr val="bg2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marL="1600200" indent="-228600">
              <a:spcBef>
                <a:spcPct val="30000"/>
              </a:spcBef>
              <a:buClr>
                <a:schemeClr val="accent1"/>
              </a:buClr>
              <a:buSzPct val="60000"/>
              <a:buChar char="–"/>
              <a:defRPr kumimoji="1" sz="1600" b="1">
                <a:solidFill>
                  <a:schemeClr val="bg2"/>
                </a:solidFill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Clr>
                <a:schemeClr val="accent1"/>
              </a:buClr>
              <a:buSzPct val="50000"/>
              <a:buChar char="•"/>
              <a:defRPr kumimoji="1" sz="14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ook Antiqua" panose="02040602050305030304" pitchFamily="18" charset="0"/>
                <a:ea typeface="돋움" panose="020B0600000101010101" pitchFamily="34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accent1"/>
              </a:buClr>
              <a:buSzPct val="50000"/>
              <a:buChar char="•"/>
              <a:defRPr kumimoji="1" sz="14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ook Antiqua" panose="02040602050305030304" pitchFamily="18" charset="0"/>
                <a:ea typeface="돋움" panose="020B0600000101010101" pitchFamily="34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accent1"/>
              </a:buClr>
              <a:buSzPct val="50000"/>
              <a:buChar char="•"/>
              <a:defRPr kumimoji="1" sz="14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ook Antiqua" panose="02040602050305030304" pitchFamily="18" charset="0"/>
                <a:ea typeface="돋움" panose="020B0600000101010101" pitchFamily="34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accent1"/>
              </a:buClr>
              <a:buSzPct val="50000"/>
              <a:buChar char="•"/>
              <a:defRPr kumimoji="1" sz="14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ook Antiqua" panose="02040602050305030304" pitchFamily="18" charset="0"/>
                <a:ea typeface="돋움" panose="020B0600000101010101" pitchFamily="34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chemeClr val="accent1"/>
              </a:buClr>
              <a:buSzPct val="50000"/>
              <a:buChar char="•"/>
              <a:defRPr kumimoji="1" sz="14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ook Antiqua" panose="02040602050305030304" pitchFamily="18" charset="0"/>
                <a:ea typeface="돋움" panose="020B0600000101010101" pitchFamily="34" charset="-127"/>
              </a:defRPr>
            </a:lvl9pPr>
          </a:lstStyle>
          <a:p>
            <a:r>
              <a:rPr lang="en-US" altLang="ko-KR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Mesh</a:t>
            </a:r>
          </a:p>
          <a:p>
            <a:pPr lvl="1">
              <a:buFont typeface="Wingdings" pitchFamily="2" charset="2"/>
              <a:buChar char="v"/>
            </a:pPr>
            <a:r>
              <a:rPr lang="en-US" altLang="ko-KR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Every device has a dedicated point-to-point link to every other device.</a:t>
            </a:r>
          </a:p>
          <a:p>
            <a:pPr lvl="1">
              <a:buFont typeface="Wingdings" pitchFamily="2" charset="2"/>
              <a:buChar char="v"/>
            </a:pPr>
            <a:endParaRPr lang="en-US" altLang="ko-KR" sz="2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itchFamily="2" charset="2"/>
              <a:buChar char="v"/>
            </a:pPr>
            <a:r>
              <a:rPr lang="en-US" altLang="ko-KR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fully connected mesh network therefore has </a:t>
            </a:r>
          </a:p>
          <a:p>
            <a:pPr lvl="1">
              <a:buFont typeface="Wingdings" pitchFamily="2" charset="2"/>
              <a:buNone/>
            </a:pPr>
            <a:r>
              <a:rPr lang="en-US" altLang="ko-KR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n(n-1)/2 physical channels to link </a:t>
            </a:r>
            <a:r>
              <a:rPr lang="en-US" altLang="ko-KR" sz="24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ko-KR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devices.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682" name="Rectangle 2">
            <a:extLst>
              <a:ext uri="{FF2B5EF4-FFF2-40B4-BE49-F238E27FC236}">
                <a16:creationId xmlns:a16="http://schemas.microsoft.com/office/drawing/2014/main" id="{64B14829-AFF4-FA31-B64F-78EFCB8748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Mesh Topology (cont’d)</a:t>
            </a:r>
            <a:endParaRPr lang="en-US" altLang="ko-KR" sz="3200" dirty="0"/>
          </a:p>
        </p:txBody>
      </p:sp>
      <p:pic>
        <p:nvPicPr>
          <p:cNvPr id="199688" name="Picture 8">
            <a:extLst>
              <a:ext uri="{FF2B5EF4-FFF2-40B4-BE49-F238E27FC236}">
                <a16:creationId xmlns:a16="http://schemas.microsoft.com/office/drawing/2014/main" id="{EF3CAA24-A2DD-E8DC-7F4C-F730FA1BED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2050" y="1773238"/>
            <a:ext cx="4854575" cy="36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754" name="Rectangle 2">
            <a:extLst>
              <a:ext uri="{FF2B5EF4-FFF2-40B4-BE49-F238E27FC236}">
                <a16:creationId xmlns:a16="http://schemas.microsoft.com/office/drawing/2014/main" id="{F3584AF4-379D-D3DF-70E4-0DA8EA30FF4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Mesh Topology (cont’d)</a:t>
            </a:r>
          </a:p>
        </p:txBody>
      </p:sp>
      <p:sp>
        <p:nvSpPr>
          <p:cNvPr id="202755" name="Rectangle 3">
            <a:extLst>
              <a:ext uri="{FF2B5EF4-FFF2-40B4-BE49-F238E27FC236}">
                <a16:creationId xmlns:a16="http://schemas.microsoft.com/office/drawing/2014/main" id="{06CC56DD-50B2-4BB3-D6EB-8EF76CEDE76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ko-KR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Advantages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v"/>
            </a:pPr>
            <a:r>
              <a:rPr lang="en-US" altLang="ko-KR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Dedicated links guarantees that each connection can carry its data load.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v"/>
            </a:pPr>
            <a:r>
              <a:rPr lang="en-US" altLang="ko-KR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Mesh topology is robust.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v"/>
            </a:pPr>
            <a:r>
              <a:rPr lang="en-US" altLang="ko-KR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Privacy and security.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v"/>
            </a:pPr>
            <a:r>
              <a:rPr lang="en-US" altLang="ko-KR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Point-to-point links make fault identification and fault isolation easy.</a:t>
            </a:r>
          </a:p>
          <a:p>
            <a:endParaRPr lang="en-US" altLang="ko-KR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778" name="Rectangle 2">
            <a:extLst>
              <a:ext uri="{FF2B5EF4-FFF2-40B4-BE49-F238E27FC236}">
                <a16:creationId xmlns:a16="http://schemas.microsoft.com/office/drawing/2014/main" id="{C6F5F45D-C6CE-C991-C685-F36D190910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Mesh Topology (cont’d)</a:t>
            </a:r>
          </a:p>
        </p:txBody>
      </p:sp>
      <p:sp>
        <p:nvSpPr>
          <p:cNvPr id="203779" name="Rectangle 3">
            <a:extLst>
              <a:ext uri="{FF2B5EF4-FFF2-40B4-BE49-F238E27FC236}">
                <a16:creationId xmlns:a16="http://schemas.microsoft.com/office/drawing/2014/main" id="{7C54FC97-4422-8091-A79E-10818DFCBB5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2600" b="0" dirty="0">
                <a:latin typeface="Times New Roman" panose="02020603050405020304" pitchFamily="18" charset="0"/>
                <a:ea typeface="바탕체" panose="02030609000101010101" pitchFamily="49" charset="-127"/>
                <a:cs typeface="Times New Roman" panose="02020603050405020304" pitchFamily="18" charset="0"/>
              </a:rPr>
              <a:t> Disadvantages</a:t>
            </a:r>
            <a:r>
              <a:rPr lang="en-US" altLang="ko-KR" sz="2400" b="0" dirty="0">
                <a:latin typeface="Times New Roman" panose="02020603050405020304" pitchFamily="18" charset="0"/>
                <a:ea typeface="바탕체" panose="02030609000101010101" pitchFamily="49" charset="-127"/>
                <a:cs typeface="Times New Roman" panose="02020603050405020304" pitchFamily="18" charset="0"/>
              </a:rPr>
              <a:t>:</a:t>
            </a:r>
            <a:endParaRPr lang="en-US" altLang="ko-KR" sz="2000" b="0" dirty="0">
              <a:latin typeface="Times New Roman" panose="02020603050405020304" pitchFamily="18" charset="0"/>
              <a:ea typeface="바탕체" panose="02030609000101010101" pitchFamily="49" charset="-127"/>
              <a:cs typeface="Times New Roman" panose="02020603050405020304" pitchFamily="18" charset="0"/>
            </a:endParaRPr>
          </a:p>
          <a:p>
            <a:pPr marL="742950" lvl="1" indent="-285750">
              <a:buFont typeface="Wingdings" pitchFamily="2" charset="2"/>
              <a:buChar char="v"/>
            </a:pPr>
            <a:r>
              <a:rPr lang="en-US" altLang="ko-KR" sz="2000" b="0" dirty="0">
                <a:latin typeface="Times New Roman" panose="02020603050405020304" pitchFamily="18" charset="0"/>
                <a:ea typeface="바탕체" panose="02030609000101010101" pitchFamily="49" charset="-127"/>
                <a:cs typeface="Times New Roman" panose="02020603050405020304" pitchFamily="18" charset="0"/>
              </a:rPr>
              <a:t>because every device must be connected to every other device, installation and reconfiguration are difficult.</a:t>
            </a:r>
          </a:p>
          <a:p>
            <a:pPr marL="742950" lvl="1" indent="-285750">
              <a:buFont typeface="Wingdings" pitchFamily="2" charset="2"/>
              <a:buChar char="v"/>
            </a:pPr>
            <a:r>
              <a:rPr lang="en-US" altLang="ko-KR" sz="2000" b="0" dirty="0">
                <a:latin typeface="Times New Roman" panose="02020603050405020304" pitchFamily="18" charset="0"/>
                <a:ea typeface="바탕체" panose="02030609000101010101" pitchFamily="49" charset="-127"/>
                <a:cs typeface="Times New Roman" panose="02020603050405020304" pitchFamily="18" charset="0"/>
              </a:rPr>
              <a:t>the sheer bulk of the wiring can be greater than the available space(in walls, ceiling, or floors) can accommodate</a:t>
            </a:r>
          </a:p>
          <a:p>
            <a:pPr marL="742950" lvl="1" indent="-285750">
              <a:buFont typeface="Wingdings" pitchFamily="2" charset="2"/>
              <a:buChar char="v"/>
            </a:pPr>
            <a:r>
              <a:rPr lang="en-US" altLang="ko-KR" sz="2000" b="0" dirty="0">
                <a:latin typeface="Times New Roman" panose="02020603050405020304" pitchFamily="18" charset="0"/>
                <a:ea typeface="바탕체" panose="02030609000101010101" pitchFamily="49" charset="-127"/>
                <a:cs typeface="Times New Roman" panose="02020603050405020304" pitchFamily="18" charset="0"/>
              </a:rPr>
              <a:t>the hardware required to connect each link (I/O port and cable) can be prohibitively expensive</a:t>
            </a:r>
            <a:endParaRPr lang="en-US" altLang="ko-KR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970" name="Rectangle 2">
            <a:extLst>
              <a:ext uri="{FF2B5EF4-FFF2-40B4-BE49-F238E27FC236}">
                <a16:creationId xmlns:a16="http://schemas.microsoft.com/office/drawing/2014/main" id="{BD567422-B564-C448-368D-483DFD3B320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 Topology</a:t>
            </a:r>
          </a:p>
        </p:txBody>
      </p:sp>
      <p:sp>
        <p:nvSpPr>
          <p:cNvPr id="211971" name="Rectangle 3">
            <a:extLst>
              <a:ext uri="{FF2B5EF4-FFF2-40B4-BE49-F238E27FC236}">
                <a16:creationId xmlns:a16="http://schemas.microsoft.com/office/drawing/2014/main" id="{6B69A390-7D60-37C0-0CD8-252A4B0B59CB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914400"/>
            <a:ext cx="8588375" cy="5334000"/>
          </a:xfrm>
        </p:spPr>
        <p:txBody>
          <a:bodyPr/>
          <a:lstStyle/>
          <a:p>
            <a:pPr marL="0" indent="0" algn="ctr">
              <a:lnSpc>
                <a:spcPct val="130000"/>
              </a:lnSpc>
              <a:buNone/>
            </a:pPr>
            <a:endParaRPr lang="en-US" altLang="ko-KR" b="0" dirty="0">
              <a:latin typeface="Times New Roman" panose="02020603050405020304" pitchFamily="18" charset="0"/>
              <a:ea typeface="바탕체" panose="02030609000101010101" pitchFamily="49" charset="-127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30000"/>
              </a:lnSpc>
              <a:buNone/>
            </a:pPr>
            <a:r>
              <a:rPr lang="en-US" altLang="ko-KR" b="0" dirty="0">
                <a:latin typeface="Times New Roman" panose="02020603050405020304" pitchFamily="18" charset="0"/>
                <a:ea typeface="바탕체" panose="02030609000101010101" pitchFamily="49" charset="-127"/>
                <a:cs typeface="Times New Roman" panose="02020603050405020304" pitchFamily="18" charset="0"/>
              </a:rPr>
              <a:t>A dedicated point-to-point link only to a central controller, usually called a hub.</a:t>
            </a:r>
          </a:p>
        </p:txBody>
      </p:sp>
      <p:pic>
        <p:nvPicPr>
          <p:cNvPr id="211975" name="Picture 7">
            <a:extLst>
              <a:ext uri="{FF2B5EF4-FFF2-40B4-BE49-F238E27FC236}">
                <a16:creationId xmlns:a16="http://schemas.microsoft.com/office/drawing/2014/main" id="{02A4255E-B749-1A31-DF71-56B332EC2C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3275" y="2708275"/>
            <a:ext cx="5905500" cy="3148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018" name="Rectangle 2">
            <a:extLst>
              <a:ext uri="{FF2B5EF4-FFF2-40B4-BE49-F238E27FC236}">
                <a16:creationId xmlns:a16="http://schemas.microsoft.com/office/drawing/2014/main" id="{46AF7758-1BC1-8091-4E7B-C628196D20C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 Topology (cont’d)</a:t>
            </a:r>
          </a:p>
        </p:txBody>
      </p:sp>
      <p:sp>
        <p:nvSpPr>
          <p:cNvPr id="214019" name="Rectangle 3">
            <a:extLst>
              <a:ext uri="{FF2B5EF4-FFF2-40B4-BE49-F238E27FC236}">
                <a16:creationId xmlns:a16="http://schemas.microsoft.com/office/drawing/2014/main" id="{4C2953C2-3FE9-F18C-7584-B54339AA184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30000"/>
              </a:lnSpc>
            </a:pPr>
            <a:r>
              <a:rPr lang="en-US" altLang="ko-KR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Advantage</a:t>
            </a:r>
            <a:endParaRPr lang="en-US" altLang="ko-KR" sz="2400" b="0" dirty="0">
              <a:latin typeface="Times New Roman" panose="02020603050405020304" pitchFamily="18" charset="0"/>
              <a:ea typeface="바탕체" panose="02030609000101010101" pitchFamily="49" charset="-127"/>
              <a:cs typeface="Times New Roman" panose="02020603050405020304" pitchFamily="18" charset="0"/>
            </a:endParaRPr>
          </a:p>
          <a:p>
            <a:pPr lvl="1">
              <a:lnSpc>
                <a:spcPct val="130000"/>
              </a:lnSpc>
              <a:buSzTx/>
              <a:buFont typeface="Wingdings" pitchFamily="2" charset="2"/>
              <a:buChar char="v"/>
            </a:pPr>
            <a:r>
              <a:rPr lang="en-US" altLang="ko-KR" sz="2000" b="0" dirty="0">
                <a:latin typeface="Times New Roman" panose="02020603050405020304" pitchFamily="18" charset="0"/>
                <a:ea typeface="바탕체" panose="02030609000101010101" pitchFamily="49" charset="-127"/>
                <a:cs typeface="Times New Roman" panose="02020603050405020304" pitchFamily="18" charset="0"/>
              </a:rPr>
              <a:t> Each device needs only one link and one I/O port to connect it to any number of others (easy to install and reconfigure)</a:t>
            </a:r>
          </a:p>
          <a:p>
            <a:pPr lvl="1">
              <a:lnSpc>
                <a:spcPct val="130000"/>
              </a:lnSpc>
              <a:buSzTx/>
              <a:buFont typeface="Wingdings" pitchFamily="2" charset="2"/>
              <a:buChar char="v"/>
            </a:pPr>
            <a:r>
              <a:rPr lang="en-US" altLang="ko-KR" sz="2000" b="0" dirty="0">
                <a:latin typeface="Times New Roman" panose="02020603050405020304" pitchFamily="18" charset="0"/>
                <a:ea typeface="바탕체" panose="02030609000101010101" pitchFamily="49" charset="-127"/>
                <a:cs typeface="Times New Roman" panose="02020603050405020304" pitchFamily="18" charset="0"/>
              </a:rPr>
              <a:t> Robustness</a:t>
            </a:r>
          </a:p>
          <a:p>
            <a:pPr marL="1104900" lvl="2">
              <a:lnSpc>
                <a:spcPct val="130000"/>
              </a:lnSpc>
              <a:buSzTx/>
              <a:buFont typeface="Wingdings" pitchFamily="2" charset="2"/>
              <a:buChar char="l"/>
            </a:pPr>
            <a:r>
              <a:rPr lang="en-US" altLang="ko-KR" sz="2000" b="0" dirty="0">
                <a:latin typeface="Times New Roman" panose="02020603050405020304" pitchFamily="18" charset="0"/>
                <a:ea typeface="바탕체" panose="02030609000101010101" pitchFamily="49" charset="-127"/>
                <a:cs typeface="Times New Roman" panose="02020603050405020304" pitchFamily="18" charset="0"/>
              </a:rPr>
              <a:t> if one link fails, only that link is affected</a:t>
            </a:r>
          </a:p>
          <a:p>
            <a:endParaRPr lang="en-US" altLang="ko-KR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162" name="Rectangle 2">
            <a:extLst>
              <a:ext uri="{FF2B5EF4-FFF2-40B4-BE49-F238E27FC236}">
                <a16:creationId xmlns:a16="http://schemas.microsoft.com/office/drawing/2014/main" id="{67601B9F-D608-C0E0-49FB-E428A2D8F3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 Topology</a:t>
            </a:r>
          </a:p>
        </p:txBody>
      </p:sp>
      <p:sp>
        <p:nvSpPr>
          <p:cNvPr id="220163" name="Rectangle 3">
            <a:extLst>
              <a:ext uri="{FF2B5EF4-FFF2-40B4-BE49-F238E27FC236}">
                <a16:creationId xmlns:a16="http://schemas.microsoft.com/office/drawing/2014/main" id="{4E9B0088-876E-046F-F9C1-8D88D2536F9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altLang="ko-KR" b="0" dirty="0">
                <a:latin typeface="Times New Roman" panose="02020603050405020304" pitchFamily="18" charset="0"/>
                <a:ea typeface="바탕체" panose="02030609000101010101" pitchFamily="49" charset="-127"/>
                <a:cs typeface="Times New Roman" panose="02020603050405020304" pitchFamily="18" charset="0"/>
              </a:rPr>
              <a:t>One long cable acts as a backbone to link all the devices in the network using multipoint connection.</a:t>
            </a:r>
          </a:p>
          <a:p>
            <a:pPr>
              <a:lnSpc>
                <a:spcPct val="100000"/>
              </a:lnSpc>
            </a:pPr>
            <a:r>
              <a:rPr lang="en-US" altLang="ko-KR" b="0" dirty="0">
                <a:latin typeface="Times New Roman" panose="02020603050405020304" pitchFamily="18" charset="0"/>
                <a:ea typeface="바탕체" panose="02030609000101010101" pitchFamily="49" charset="-127"/>
                <a:cs typeface="Times New Roman" panose="02020603050405020304" pitchFamily="18" charset="0"/>
              </a:rPr>
              <a:t>Nodes are connected to the bus cable by drop lines and taps</a:t>
            </a:r>
          </a:p>
          <a:p>
            <a:pPr lvl="1">
              <a:buSzTx/>
              <a:buFont typeface="Wingdings" pitchFamily="2" charset="2"/>
              <a:buChar char="v"/>
            </a:pPr>
            <a:r>
              <a:rPr lang="en-US" altLang="ko-KR" sz="2000" b="0" dirty="0">
                <a:latin typeface="Times New Roman" panose="02020603050405020304" pitchFamily="18" charset="0"/>
                <a:ea typeface="바탕체" panose="02030609000101010101" pitchFamily="49" charset="-127"/>
                <a:cs typeface="Times New Roman" panose="02020603050405020304" pitchFamily="18" charset="0"/>
              </a:rPr>
              <a:t> Drop line</a:t>
            </a:r>
          </a:p>
          <a:p>
            <a:pPr lvl="2">
              <a:buSzTx/>
              <a:buFont typeface="Wingdings" pitchFamily="2" charset="2"/>
              <a:buChar char="l"/>
            </a:pPr>
            <a:r>
              <a:rPr lang="en-US" altLang="ko-KR" sz="2000" b="0" dirty="0">
                <a:latin typeface="Times New Roman" panose="02020603050405020304" pitchFamily="18" charset="0"/>
                <a:ea typeface="바탕체" panose="02030609000101010101" pitchFamily="49" charset="-127"/>
                <a:cs typeface="Times New Roman" panose="02020603050405020304" pitchFamily="18" charset="0"/>
              </a:rPr>
              <a:t> is a connection running between the device and the main cable</a:t>
            </a:r>
          </a:p>
          <a:p>
            <a:pPr lvl="1">
              <a:buSzTx/>
              <a:buFont typeface="Wingdings" pitchFamily="2" charset="2"/>
              <a:buChar char="v"/>
            </a:pPr>
            <a:r>
              <a:rPr lang="en-US" altLang="ko-KR" sz="2000" b="0" dirty="0">
                <a:latin typeface="Times New Roman" panose="02020603050405020304" pitchFamily="18" charset="0"/>
                <a:ea typeface="바탕체" panose="02030609000101010101" pitchFamily="49" charset="-127"/>
                <a:cs typeface="Times New Roman" panose="02020603050405020304" pitchFamily="18" charset="0"/>
              </a:rPr>
              <a:t> Tap</a:t>
            </a:r>
          </a:p>
          <a:p>
            <a:pPr lvl="2">
              <a:buSzTx/>
              <a:buFont typeface="Wingdings" pitchFamily="2" charset="2"/>
              <a:buChar char="l"/>
            </a:pPr>
            <a:r>
              <a:rPr lang="en-US" altLang="ko-KR" sz="2000" b="0" dirty="0">
                <a:latin typeface="Times New Roman" panose="02020603050405020304" pitchFamily="18" charset="0"/>
                <a:ea typeface="바탕체" panose="02030609000101010101" pitchFamily="49" charset="-127"/>
                <a:cs typeface="Times New Roman" panose="02020603050405020304" pitchFamily="18" charset="0"/>
              </a:rPr>
              <a:t> is a connector either splices into the main cable or punctures the sheathing of a cable to create a contact with the metallic core</a:t>
            </a:r>
            <a:endParaRPr lang="en-US" altLang="ko-KR" sz="18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7">
            <a:extLst>
              <a:ext uri="{FF2B5EF4-FFF2-40B4-BE49-F238E27FC236}">
                <a16:creationId xmlns:a16="http://schemas.microsoft.com/office/drawing/2014/main" id="{01E3DE26-8DDA-6D46-B409-ED2E0C16A2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9181" y="4610769"/>
            <a:ext cx="7888287" cy="1668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210" name="Rectangle 2">
            <a:extLst>
              <a:ext uri="{FF2B5EF4-FFF2-40B4-BE49-F238E27FC236}">
                <a16:creationId xmlns:a16="http://schemas.microsoft.com/office/drawing/2014/main" id="{6C06A232-7122-7E6D-9043-93FC4EC589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 Topology (cont’d)</a:t>
            </a:r>
          </a:p>
        </p:txBody>
      </p:sp>
      <p:sp>
        <p:nvSpPr>
          <p:cNvPr id="222211" name="Rectangle 3">
            <a:extLst>
              <a:ext uri="{FF2B5EF4-FFF2-40B4-BE49-F238E27FC236}">
                <a16:creationId xmlns:a16="http://schemas.microsoft.com/office/drawing/2014/main" id="{DBC463C5-FC2E-0579-991B-52F81D58FE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2400" b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바탕체" panose="02030609000101010101" pitchFamily="49" charset="-127"/>
                <a:cs typeface="Times New Roman" panose="02020603050405020304" pitchFamily="18" charset="0"/>
              </a:rPr>
              <a:t> Advantages</a:t>
            </a:r>
            <a:endParaRPr lang="en-US" altLang="ko-KR" sz="2400" b="0" dirty="0">
              <a:latin typeface="Times New Roman" panose="02020603050405020304" pitchFamily="18" charset="0"/>
              <a:ea typeface="바탕체" panose="02030609000101010101" pitchFamily="49" charset="-127"/>
              <a:cs typeface="Times New Roman" panose="02020603050405020304" pitchFamily="18" charset="0"/>
            </a:endParaRPr>
          </a:p>
          <a:p>
            <a:pPr lvl="1">
              <a:buFont typeface="Wingdings" pitchFamily="2" charset="2"/>
              <a:buBlip>
                <a:blip r:embed="rId2"/>
              </a:buBlip>
            </a:pPr>
            <a:r>
              <a:rPr lang="en-US" altLang="ko-KR" sz="2000" b="0" dirty="0">
                <a:latin typeface="Times New Roman" panose="02020603050405020304" pitchFamily="18" charset="0"/>
                <a:ea typeface="바탕체" panose="02030609000101010101" pitchFamily="49" charset="-127"/>
                <a:cs typeface="Times New Roman" panose="02020603050405020304" pitchFamily="18" charset="0"/>
              </a:rPr>
              <a:t> include ease of installation</a:t>
            </a:r>
          </a:p>
          <a:p>
            <a:r>
              <a:rPr lang="en-US" altLang="ko-KR" sz="2400" b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바탕체" panose="02030609000101010101" pitchFamily="49" charset="-127"/>
                <a:cs typeface="Times New Roman" panose="02020603050405020304" pitchFamily="18" charset="0"/>
              </a:rPr>
              <a:t> Disadvantages</a:t>
            </a:r>
            <a:endParaRPr lang="en-US" altLang="ko-KR" sz="2400" b="0" dirty="0">
              <a:latin typeface="Times New Roman" panose="02020603050405020304" pitchFamily="18" charset="0"/>
              <a:ea typeface="바탕체" panose="02030609000101010101" pitchFamily="49" charset="-127"/>
              <a:cs typeface="Times New Roman" panose="02020603050405020304" pitchFamily="18" charset="0"/>
            </a:endParaRPr>
          </a:p>
          <a:p>
            <a:pPr lvl="1">
              <a:buFont typeface="Wingdings" pitchFamily="2" charset="2"/>
              <a:buBlip>
                <a:blip r:embed="rId2"/>
              </a:buBlip>
            </a:pPr>
            <a:r>
              <a:rPr lang="en-US" altLang="ko-KR" sz="2000" b="0" dirty="0">
                <a:latin typeface="Times New Roman" panose="02020603050405020304" pitchFamily="18" charset="0"/>
                <a:ea typeface="바탕체" panose="02030609000101010101" pitchFamily="49" charset="-127"/>
                <a:cs typeface="Times New Roman" panose="02020603050405020304" pitchFamily="18" charset="0"/>
              </a:rPr>
              <a:t> include difficult reconfiguration and fault isolation</a:t>
            </a:r>
          </a:p>
          <a:p>
            <a:endParaRPr lang="en-US" altLang="ko-KR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ko-KR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234" name="Rectangle 2">
            <a:extLst>
              <a:ext uri="{FF2B5EF4-FFF2-40B4-BE49-F238E27FC236}">
                <a16:creationId xmlns:a16="http://schemas.microsoft.com/office/drawing/2014/main" id="{CB29E9AB-CBD4-5CB4-B816-E2CE47563B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Ring Topology</a:t>
            </a:r>
          </a:p>
        </p:txBody>
      </p:sp>
      <p:sp>
        <p:nvSpPr>
          <p:cNvPr id="223235" name="Rectangle 3">
            <a:extLst>
              <a:ext uri="{FF2B5EF4-FFF2-40B4-BE49-F238E27FC236}">
                <a16:creationId xmlns:a16="http://schemas.microsoft.com/office/drawing/2014/main" id="{6015B7E1-C9E3-A672-A641-0ABB9431E42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44489" y="908050"/>
            <a:ext cx="5904656" cy="5334000"/>
          </a:xfrm>
        </p:spPr>
        <p:txBody>
          <a:bodyPr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altLang="ko-KR" b="0" dirty="0">
                <a:latin typeface="Times New Roman" panose="02020603050405020304" pitchFamily="18" charset="0"/>
                <a:ea typeface="바탕체" panose="02030609000101010101" pitchFamily="49" charset="-127"/>
                <a:cs typeface="Times New Roman" panose="02020603050405020304" pitchFamily="18" charset="0"/>
              </a:rPr>
              <a:t>Each device has a dedicated point-to-point line configuration only with the two devices on either side of it</a:t>
            </a:r>
          </a:p>
          <a:p>
            <a:pPr>
              <a:lnSpc>
                <a:spcPct val="100000"/>
              </a:lnSpc>
            </a:pPr>
            <a:r>
              <a:rPr lang="en-US" altLang="ko-KR" sz="2400" b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바탕체" panose="02030609000101010101" pitchFamily="49" charset="-127"/>
                <a:cs typeface="Times New Roman" panose="02020603050405020304" pitchFamily="18" charset="0"/>
              </a:rPr>
              <a:t>Advantage</a:t>
            </a:r>
            <a:r>
              <a:rPr lang="en-US" altLang="ko-KR" sz="2400" b="0" dirty="0">
                <a:latin typeface="Times New Roman" panose="02020603050405020304" pitchFamily="18" charset="0"/>
                <a:ea typeface="바탕체" panose="02030609000101010101" pitchFamily="49" charset="-127"/>
                <a:cs typeface="Times New Roman" panose="02020603050405020304" pitchFamily="18" charset="0"/>
              </a:rPr>
              <a:t> </a:t>
            </a:r>
          </a:p>
          <a:p>
            <a:pPr lvl="1">
              <a:buFont typeface="Wingdings" pitchFamily="2" charset="2"/>
              <a:buBlip>
                <a:blip r:embed="rId2"/>
              </a:buBlip>
            </a:pPr>
            <a:r>
              <a:rPr lang="en-US" altLang="ko-KR" sz="2000" b="0" dirty="0">
                <a:latin typeface="Times New Roman" panose="02020603050405020304" pitchFamily="18" charset="0"/>
                <a:ea typeface="바탕체" panose="02030609000101010101" pitchFamily="49" charset="-127"/>
                <a:cs typeface="Times New Roman" panose="02020603050405020304" pitchFamily="18" charset="0"/>
              </a:rPr>
              <a:t> is relatively easy to install and reconfigure</a:t>
            </a:r>
          </a:p>
          <a:p>
            <a:pPr lvl="1">
              <a:buFont typeface="Wingdings" pitchFamily="2" charset="2"/>
              <a:buBlip>
                <a:blip r:embed="rId2"/>
              </a:buBlip>
            </a:pPr>
            <a:r>
              <a:rPr lang="en-US" altLang="ko-KR" sz="2000" b="0" dirty="0">
                <a:latin typeface="Times New Roman" panose="02020603050405020304" pitchFamily="18" charset="0"/>
                <a:ea typeface="바탕체" panose="02030609000101010101" pitchFamily="49" charset="-127"/>
                <a:cs typeface="Times New Roman" panose="02020603050405020304" pitchFamily="18" charset="0"/>
              </a:rPr>
              <a:t> fault isolation is simplified</a:t>
            </a:r>
          </a:p>
          <a:p>
            <a:pPr>
              <a:lnSpc>
                <a:spcPct val="100000"/>
              </a:lnSpc>
            </a:pPr>
            <a:r>
              <a:rPr lang="en-US" altLang="ko-KR" sz="2400" b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바탕체" panose="02030609000101010101" pitchFamily="49" charset="-127"/>
                <a:cs typeface="Times New Roman" panose="02020603050405020304" pitchFamily="18" charset="0"/>
              </a:rPr>
              <a:t>Disadvantage</a:t>
            </a:r>
            <a:endParaRPr lang="en-US" altLang="ko-KR" sz="2400" b="0" dirty="0">
              <a:latin typeface="Times New Roman" panose="02020603050405020304" pitchFamily="18" charset="0"/>
              <a:ea typeface="바탕체" panose="02030609000101010101" pitchFamily="49" charset="-127"/>
              <a:cs typeface="Times New Roman" panose="02020603050405020304" pitchFamily="18" charset="0"/>
            </a:endParaRPr>
          </a:p>
          <a:p>
            <a:pPr lvl="1">
              <a:buSzTx/>
              <a:buFont typeface="Wingdings" pitchFamily="2" charset="2"/>
              <a:buChar char="v"/>
            </a:pPr>
            <a:r>
              <a:rPr lang="en-US" altLang="ko-KR" sz="2400" b="0" dirty="0">
                <a:latin typeface="Times New Roman" panose="02020603050405020304" pitchFamily="18" charset="0"/>
                <a:ea typeface="바탕체" panose="02030609000101010101" pitchFamily="49" charset="-127"/>
                <a:cs typeface="Times New Roman" panose="02020603050405020304" pitchFamily="18" charset="0"/>
              </a:rPr>
              <a:t> </a:t>
            </a:r>
            <a:r>
              <a:rPr lang="en-US" altLang="ko-KR" sz="2000" b="0" dirty="0">
                <a:latin typeface="Times New Roman" panose="02020603050405020304" pitchFamily="18" charset="0"/>
                <a:ea typeface="바탕체" panose="02030609000101010101" pitchFamily="49" charset="-127"/>
                <a:cs typeface="Times New Roman" panose="02020603050405020304" pitchFamily="18" charset="0"/>
              </a:rPr>
              <a:t>unidirectional traffic</a:t>
            </a:r>
          </a:p>
          <a:p>
            <a:pPr lvl="2">
              <a:buSzTx/>
              <a:buFont typeface="Wingdings" pitchFamily="2" charset="2"/>
              <a:buChar char="l"/>
            </a:pPr>
            <a:r>
              <a:rPr lang="en-US" altLang="ko-KR" sz="2000" b="0" dirty="0">
                <a:latin typeface="Times New Roman" panose="02020603050405020304" pitchFamily="18" charset="0"/>
                <a:ea typeface="바탕체" panose="02030609000101010101" pitchFamily="49" charset="-127"/>
                <a:cs typeface="Times New Roman" panose="02020603050405020304" pitchFamily="18" charset="0"/>
              </a:rPr>
              <a:t> break in the ring can disable the entire network </a:t>
            </a:r>
          </a:p>
          <a:p>
            <a:pPr lvl="3">
              <a:buSzTx/>
              <a:buFont typeface="Wingdings" pitchFamily="2" charset="2"/>
              <a:buChar char="l"/>
            </a:pPr>
            <a:r>
              <a:rPr lang="en-US" altLang="ko-KR" sz="2000" b="0" dirty="0">
                <a:latin typeface="Times New Roman" panose="02020603050405020304" pitchFamily="18" charset="0"/>
                <a:ea typeface="바탕체" panose="02030609000101010101" pitchFamily="49" charset="-127"/>
                <a:cs typeface="Times New Roman" panose="02020603050405020304" pitchFamily="18" charset="0"/>
              </a:rPr>
              <a:t>dual ring resolve the issue</a:t>
            </a:r>
            <a:endParaRPr lang="en-US" altLang="ko-KR" sz="20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23237" name="Picture 5">
            <a:extLst>
              <a:ext uri="{FF2B5EF4-FFF2-40B4-BE49-F238E27FC236}">
                <a16:creationId xmlns:a16="http://schemas.microsoft.com/office/drawing/2014/main" id="{2ECAA6BE-0430-1D46-779C-EC437A2C85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1072" y="1897081"/>
            <a:ext cx="4201752" cy="36723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146" name="Rectangle 2">
            <a:extLst>
              <a:ext uri="{FF2B5EF4-FFF2-40B4-BE49-F238E27FC236}">
                <a16:creationId xmlns:a16="http://schemas.microsoft.com/office/drawing/2014/main" id="{ADC77215-FAE0-821A-F9A6-63C973A0806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Hybrid Topology</a:t>
            </a:r>
          </a:p>
        </p:txBody>
      </p:sp>
      <p:sp>
        <p:nvSpPr>
          <p:cNvPr id="262147" name="Rectangle 3">
            <a:extLst>
              <a:ext uri="{FF2B5EF4-FFF2-40B4-BE49-F238E27FC236}">
                <a16:creationId xmlns:a16="http://schemas.microsoft.com/office/drawing/2014/main" id="{2575806E-5629-7428-2A27-9E7CCCE6EC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altLang="ko-KR" b="0" dirty="0">
                <a:latin typeface="Times New Roman" panose="02020603050405020304" pitchFamily="18" charset="0"/>
                <a:ea typeface="바탕체" panose="02030609000101010101" pitchFamily="49" charset="-127"/>
                <a:cs typeface="Times New Roman" panose="02020603050405020304" pitchFamily="18" charset="0"/>
              </a:rPr>
              <a:t>A network can be hybrid which entails the presence of different topology.</a:t>
            </a:r>
          </a:p>
          <a:p>
            <a:pPr>
              <a:lnSpc>
                <a:spcPct val="130000"/>
              </a:lnSpc>
            </a:pPr>
            <a:r>
              <a:rPr lang="en-US" altLang="ko-KR" b="0" dirty="0">
                <a:latin typeface="Times New Roman" panose="02020603050405020304" pitchFamily="18" charset="0"/>
                <a:ea typeface="바탕체" panose="02030609000101010101" pitchFamily="49" charset="-127"/>
                <a:cs typeface="Times New Roman" panose="02020603050405020304" pitchFamily="18" charset="0"/>
              </a:rPr>
              <a:t>For example, a main star topology with each branch connecting several stations in a bus topology.</a:t>
            </a:r>
          </a:p>
        </p:txBody>
      </p:sp>
      <p:pic>
        <p:nvPicPr>
          <p:cNvPr id="262149" name="Picture 5">
            <a:extLst>
              <a:ext uri="{FF2B5EF4-FFF2-40B4-BE49-F238E27FC236}">
                <a16:creationId xmlns:a16="http://schemas.microsoft.com/office/drawing/2014/main" id="{71445686-4C34-9C14-D312-217D075C28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6650" y="2492375"/>
            <a:ext cx="6883400" cy="3716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306" name="Rectangle 2">
            <a:extLst>
              <a:ext uri="{FF2B5EF4-FFF2-40B4-BE49-F238E27FC236}">
                <a16:creationId xmlns:a16="http://schemas.microsoft.com/office/drawing/2014/main" id="{808D3434-F8A2-D8AE-ADCF-6034212F770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200" dirty="0">
                <a:latin typeface="Times New Roman" panose="02020603050405020304" pitchFamily="18" charset="0"/>
                <a:ea typeface="바탕체" panose="02030609000101010101" pitchFamily="49" charset="-127"/>
                <a:cs typeface="Times New Roman" panose="02020603050405020304" pitchFamily="18" charset="0"/>
              </a:rPr>
              <a:t>Categories of Networks</a:t>
            </a:r>
            <a:endParaRPr lang="en-US" altLang="ko-KR" sz="2400" dirty="0">
              <a:solidFill>
                <a:schemeClr val="tx1"/>
              </a:solidFill>
              <a:latin typeface="Times New Roman" panose="02020603050405020304" pitchFamily="18" charset="0"/>
              <a:ea typeface="바탕체" panose="02030609000101010101" pitchFamily="49" charset="-127"/>
              <a:cs typeface="Times New Roman" panose="02020603050405020304" pitchFamily="18" charset="0"/>
            </a:endParaRPr>
          </a:p>
        </p:txBody>
      </p:sp>
      <p:sp>
        <p:nvSpPr>
          <p:cNvPr id="226307" name="Rectangle 3">
            <a:extLst>
              <a:ext uri="{FF2B5EF4-FFF2-40B4-BE49-F238E27FC236}">
                <a16:creationId xmlns:a16="http://schemas.microsoft.com/office/drawing/2014/main" id="{FE42F34B-4238-91BD-10EE-885BCA26A0F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22313" y="908720"/>
            <a:ext cx="8588375" cy="5334000"/>
          </a:xfrm>
        </p:spPr>
        <p:txBody>
          <a:bodyPr/>
          <a:lstStyle/>
          <a:p>
            <a:r>
              <a:rPr lang="en-US" altLang="ko-KR" sz="2400" b="0" dirty="0">
                <a:latin typeface="Times New Roman" panose="02020603050405020304" pitchFamily="18" charset="0"/>
                <a:ea typeface="바탕체" panose="02030609000101010101" pitchFamily="49" charset="-127"/>
                <a:cs typeface="Times New Roman" panose="02020603050405020304" pitchFamily="18" charset="0"/>
              </a:rPr>
              <a:t> Three primary categories</a:t>
            </a:r>
          </a:p>
          <a:p>
            <a:pPr lvl="1">
              <a:buFont typeface="Wingdings" pitchFamily="2" charset="2"/>
              <a:buChar char="v"/>
            </a:pPr>
            <a:r>
              <a:rPr lang="en-US" altLang="ko-KR" sz="2000" b="0" dirty="0">
                <a:latin typeface="Times New Roman" panose="02020603050405020304" pitchFamily="18" charset="0"/>
                <a:ea typeface="바탕체" panose="02030609000101010101" pitchFamily="49" charset="-127"/>
                <a:cs typeface="Times New Roman" panose="02020603050405020304" pitchFamily="18" charset="0"/>
              </a:rPr>
              <a:t> size, ownership, distance it cover, physical architecture</a:t>
            </a:r>
            <a:endParaRPr lang="en-US" altLang="ko-KR" sz="20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AFD1BA69-C113-752E-D617-861332578D7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90065594"/>
              </p:ext>
            </p:extLst>
          </p:nvPr>
        </p:nvGraphicFramePr>
        <p:xfrm>
          <a:off x="1711325" y="1986773"/>
          <a:ext cx="6604000" cy="4402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172" name="Text Box 4">
            <a:extLst>
              <a:ext uri="{FF2B5EF4-FFF2-40B4-BE49-F238E27FC236}">
                <a16:creationId xmlns:a16="http://schemas.microsoft.com/office/drawing/2014/main" id="{8D0485F7-1221-6350-94B2-8021B58A55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9313" y="1125538"/>
            <a:ext cx="8640762" cy="7987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lnSpc>
                <a:spcPct val="120000"/>
              </a:lnSpc>
              <a:spcBef>
                <a:spcPct val="30000"/>
              </a:spcBef>
              <a:spcAft>
                <a:spcPct val="30000"/>
              </a:spcAft>
              <a:buClr>
                <a:schemeClr val="accent1"/>
              </a:buClr>
              <a:buSzPct val="100000"/>
            </a:pPr>
            <a:r>
              <a:rPr lang="en-US" altLang="ko-KR" sz="2000" dirty="0">
                <a:latin typeface="Times New Roman" panose="02020603050405020304" pitchFamily="18" charset="0"/>
                <a:ea typeface="바탕체" panose="02030609000101010101" pitchFamily="49" charset="-127"/>
                <a:cs typeface="Times New Roman" panose="02020603050405020304" pitchFamily="18" charset="0"/>
              </a:rPr>
              <a:t>Usually privately owned and links the devices in a single office, building or campus</a:t>
            </a:r>
            <a:endParaRPr kumimoji="0" lang="en-US" altLang="ko-KR" sz="2000" i="1" dirty="0">
              <a:latin typeface="Times New Roman" panose="02020603050405020304" pitchFamily="18" charset="0"/>
              <a:ea typeface="굴림" panose="020B0600000101010101" pitchFamily="34" charset="-127"/>
              <a:cs typeface="Times New Roman" panose="02020603050405020304" pitchFamily="18" charset="0"/>
            </a:endParaRPr>
          </a:p>
        </p:txBody>
      </p:sp>
      <p:pic>
        <p:nvPicPr>
          <p:cNvPr id="263174" name="Picture 6">
            <a:extLst>
              <a:ext uri="{FF2B5EF4-FFF2-40B4-BE49-F238E27FC236}">
                <a16:creationId xmlns:a16="http://schemas.microsoft.com/office/drawing/2014/main" id="{1C076930-1FD9-67F7-FC72-DAF605CC09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7531" y="2444686"/>
            <a:ext cx="6664325" cy="3136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63176" name="Text Box 8">
            <a:extLst>
              <a:ext uri="{FF2B5EF4-FFF2-40B4-BE49-F238E27FC236}">
                <a16:creationId xmlns:a16="http://schemas.microsoft.com/office/drawing/2014/main" id="{B142A845-6A86-A5C5-B22C-044585D1C5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950" y="260350"/>
            <a:ext cx="9001125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000000"/>
                    </a:gs>
                    <a:gs pos="100000">
                      <a:srgbClr val="000000">
                        <a:gamma/>
                        <a:shade val="89804"/>
                        <a:invGamma/>
                      </a:srgbClr>
                    </a:gs>
                  </a:gsLst>
                  <a:lin ang="5400000" scaled="1"/>
                </a:gra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3177" name="Rectangle 9">
            <a:extLst>
              <a:ext uri="{FF2B5EF4-FFF2-40B4-BE49-F238E27FC236}">
                <a16:creationId xmlns:a16="http://schemas.microsoft.com/office/drawing/2014/main" id="{BE412B8A-44B8-2E13-79BA-8D83346F60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4850" y="333375"/>
            <a:ext cx="8582025" cy="503238"/>
          </a:xfrm>
          <a:prstGeom prst="rect">
            <a:avLst/>
          </a:prstGeom>
          <a:solidFill>
            <a:srgbClr val="F2CAD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>
            <a:lvl1pPr algn="ctr">
              <a:lnSpc>
                <a:spcPct val="90000"/>
              </a:lnSpc>
              <a:defRPr kumimoji="1"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algn="ctr">
              <a:lnSpc>
                <a:spcPct val="90000"/>
              </a:lnSpc>
              <a:defRPr kumimoji="1"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algn="ctr">
              <a:lnSpc>
                <a:spcPct val="90000"/>
              </a:lnSpc>
              <a:defRPr kumimoji="1"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algn="ctr">
              <a:lnSpc>
                <a:spcPct val="90000"/>
              </a:lnSpc>
              <a:defRPr kumimoji="1"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algn="ctr">
              <a:lnSpc>
                <a:spcPct val="90000"/>
              </a:lnSpc>
              <a:defRPr kumimoji="1"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4572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9144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13716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18288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r>
              <a:rPr lang="en-US" altLang="ko-KR" sz="3200" dirty="0">
                <a:latin typeface="Times New Roman" panose="02020603050405020304" pitchFamily="18" charset="0"/>
                <a:ea typeface="바탕체" panose="02030609000101010101" pitchFamily="49" charset="-127"/>
                <a:cs typeface="Times New Roman" panose="02020603050405020304" pitchFamily="18" charset="0"/>
              </a:rPr>
              <a:t>Local Area Networks (LAN)</a:t>
            </a:r>
          </a:p>
        </p:txBody>
      </p:sp>
      <p:sp>
        <p:nvSpPr>
          <p:cNvPr id="263178" name="Text Box 10">
            <a:extLst>
              <a:ext uri="{FF2B5EF4-FFF2-40B4-BE49-F238E27FC236}">
                <a16:creationId xmlns:a16="http://schemas.microsoft.com/office/drawing/2014/main" id="{3FCBC457-792F-BE71-C2D0-F41F89E425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0864" y="5877272"/>
            <a:ext cx="835921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0" lang="en-US" altLang="ko-KR" sz="2400" b="1" dirty="0">
                <a:solidFill>
                  <a:schemeClr val="folHlink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Times New Roman" panose="02020603050405020304" pitchFamily="18" charset="0"/>
              </a:rPr>
              <a:t>Figure 1.10  </a:t>
            </a:r>
            <a:r>
              <a:rPr kumimoji="0" lang="en-US" altLang="ko-KR" sz="2000" b="1" i="1" dirty="0">
                <a:latin typeface="Times New Roman" panose="02020603050405020304" pitchFamily="18" charset="0"/>
                <a:ea typeface="굴림" panose="020B0600000101010101" pitchFamily="34" charset="-127"/>
                <a:cs typeface="Times New Roman" panose="02020603050405020304" pitchFamily="18" charset="0"/>
              </a:rPr>
              <a:t>An isolated LAN connecting 12 computers to a hub in a closet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378" name="Rectangle 2">
            <a:extLst>
              <a:ext uri="{FF2B5EF4-FFF2-40B4-BE49-F238E27FC236}">
                <a16:creationId xmlns:a16="http://schemas.microsoft.com/office/drawing/2014/main" id="{774B4F1A-72C4-8A38-1D6F-3453785A15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200" dirty="0">
                <a:latin typeface="Times New Roman" panose="02020603050405020304" pitchFamily="18" charset="0"/>
                <a:ea typeface="바탕체" panose="02030609000101010101" pitchFamily="49" charset="-127"/>
                <a:cs typeface="Times New Roman" panose="02020603050405020304" pitchFamily="18" charset="0"/>
              </a:rPr>
              <a:t>Local Area Networks (LAN) (Cont’d)</a:t>
            </a:r>
          </a:p>
        </p:txBody>
      </p:sp>
      <p:pic>
        <p:nvPicPr>
          <p:cNvPr id="229379" name="Picture 3">
            <a:extLst>
              <a:ext uri="{FF2B5EF4-FFF2-40B4-BE49-F238E27FC236}">
                <a16:creationId xmlns:a16="http://schemas.microsoft.com/office/drawing/2014/main" id="{CCD81254-65B1-3710-D93A-BAAB8245E8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950" y="1412875"/>
            <a:ext cx="8280400" cy="4527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402" name="Rectangle 2">
            <a:extLst>
              <a:ext uri="{FF2B5EF4-FFF2-40B4-BE49-F238E27FC236}">
                <a16:creationId xmlns:a16="http://schemas.microsoft.com/office/drawing/2014/main" id="{90DD55BB-CEAF-5F16-BC6C-0C3A985247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200" dirty="0">
                <a:latin typeface="Times New Roman" panose="02020603050405020304" pitchFamily="18" charset="0"/>
                <a:ea typeface="바탕체" panose="02030609000101010101" pitchFamily="49" charset="-127"/>
                <a:cs typeface="Times New Roman" panose="02020603050405020304" pitchFamily="18" charset="0"/>
              </a:rPr>
              <a:t>Metropolitan Area  Network (MAN)</a:t>
            </a:r>
          </a:p>
        </p:txBody>
      </p:sp>
      <p:sp>
        <p:nvSpPr>
          <p:cNvPr id="230403" name="Rectangle 3">
            <a:extLst>
              <a:ext uri="{FF2B5EF4-FFF2-40B4-BE49-F238E27FC236}">
                <a16:creationId xmlns:a16="http://schemas.microsoft.com/office/drawing/2014/main" id="{A3F7117C-39F8-EAC3-AE67-E375F8BB809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457200" lvl="1" indent="0" algn="ctr">
              <a:buNone/>
            </a:pPr>
            <a:r>
              <a:rPr lang="en-US" altLang="ko-KR" sz="2400" b="0" dirty="0">
                <a:latin typeface="Times New Roman" panose="02020603050405020304" pitchFamily="18" charset="0"/>
                <a:ea typeface="바탕체" panose="02030609000101010101" pitchFamily="49" charset="-127"/>
                <a:cs typeface="Times New Roman" panose="02020603050405020304" pitchFamily="18" charset="0"/>
              </a:rPr>
              <a:t> MAN is designed to extend over an entire city</a:t>
            </a:r>
          </a:p>
          <a:p>
            <a:pPr algn="ctr"/>
            <a:endParaRPr lang="en-US" altLang="ko-KR" sz="2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30404" name="Picture 4">
            <a:extLst>
              <a:ext uri="{FF2B5EF4-FFF2-40B4-BE49-F238E27FC236}">
                <a16:creationId xmlns:a16="http://schemas.microsoft.com/office/drawing/2014/main" id="{110A6958-8B76-ADE2-9206-DBBDC22B53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0632" y="2020887"/>
            <a:ext cx="7056437" cy="3922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426" name="Rectangle 2">
            <a:extLst>
              <a:ext uri="{FF2B5EF4-FFF2-40B4-BE49-F238E27FC236}">
                <a16:creationId xmlns:a16="http://schemas.microsoft.com/office/drawing/2014/main" id="{7DBC46EE-3D82-B099-64DA-6A4C28DCC7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200" dirty="0">
                <a:latin typeface="Times New Roman" panose="02020603050405020304" pitchFamily="18" charset="0"/>
                <a:ea typeface="바탕체" panose="02030609000101010101" pitchFamily="49" charset="-127"/>
                <a:cs typeface="Times New Roman" panose="02020603050405020304" pitchFamily="18" charset="0"/>
              </a:rPr>
              <a:t>Wide Area networks (WAN)</a:t>
            </a:r>
          </a:p>
        </p:txBody>
      </p:sp>
      <p:sp>
        <p:nvSpPr>
          <p:cNvPr id="231427" name="Rectangle 3">
            <a:extLst>
              <a:ext uri="{FF2B5EF4-FFF2-40B4-BE49-F238E27FC236}">
                <a16:creationId xmlns:a16="http://schemas.microsoft.com/office/drawing/2014/main" id="{67D0AAD0-68D0-EE6B-D21F-68126B49EF3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en-US" altLang="ko-KR" sz="2000" b="0" dirty="0">
                <a:latin typeface="Times New Roman" panose="02020603050405020304" pitchFamily="18" charset="0"/>
                <a:ea typeface="바탕체" panose="02030609000101010101" pitchFamily="49" charset="-127"/>
                <a:cs typeface="Times New Roman" panose="02020603050405020304" pitchFamily="18" charset="0"/>
              </a:rPr>
              <a:t>WAN provides long-distance transmission of data, voice, image, and video information over large geographical areas that may comprise a country, a continent, or even the whole world</a:t>
            </a:r>
          </a:p>
          <a:p>
            <a:pPr algn="just"/>
            <a:endParaRPr lang="en-US" altLang="ko-KR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220" name="Text Box 4">
            <a:extLst>
              <a:ext uri="{FF2B5EF4-FFF2-40B4-BE49-F238E27FC236}">
                <a16:creationId xmlns:a16="http://schemas.microsoft.com/office/drawing/2014/main" id="{170706A8-E666-2247-4E6B-CCD4928C15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3187" y="6059347"/>
            <a:ext cx="71596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0" lang="en-US" altLang="ko-KR" sz="2400" b="1" dirty="0">
                <a:solidFill>
                  <a:schemeClr val="folHlink"/>
                </a:solidFill>
                <a:latin typeface="Times New Roman" panose="02020603050405020304" pitchFamily="18" charset="0"/>
                <a:ea typeface="굴림" panose="020B0600000101010101" pitchFamily="34" charset="-127"/>
              </a:rPr>
              <a:t>Figure 1.11  </a:t>
            </a:r>
            <a:r>
              <a:rPr kumimoji="0" lang="en-US" altLang="ko-KR" sz="2000" b="1" i="1" dirty="0">
                <a:latin typeface="Times New Roman" panose="02020603050405020304" pitchFamily="18" charset="0"/>
                <a:ea typeface="굴림" panose="020B0600000101010101" pitchFamily="34" charset="-127"/>
              </a:rPr>
              <a:t>WANs: a switched WAN and a point-to-point WAN</a:t>
            </a:r>
          </a:p>
        </p:txBody>
      </p:sp>
      <p:pic>
        <p:nvPicPr>
          <p:cNvPr id="265222" name="Picture 6">
            <a:extLst>
              <a:ext uri="{FF2B5EF4-FFF2-40B4-BE49-F238E27FC236}">
                <a16:creationId xmlns:a16="http://schemas.microsoft.com/office/drawing/2014/main" id="{F9B14614-BA1C-0547-D49D-762B958D58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0592" y="1049337"/>
            <a:ext cx="7704137" cy="4759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65224" name="Rectangle 8">
            <a:extLst>
              <a:ext uri="{FF2B5EF4-FFF2-40B4-BE49-F238E27FC236}">
                <a16:creationId xmlns:a16="http://schemas.microsoft.com/office/drawing/2014/main" id="{BCAE2661-A951-45AB-95B0-1A344454C0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2313" y="258763"/>
            <a:ext cx="8582025" cy="503237"/>
          </a:xfrm>
          <a:prstGeom prst="rect">
            <a:avLst/>
          </a:prstGeom>
          <a:solidFill>
            <a:srgbClr val="F2CAD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>
            <a:lvl1pPr algn="ctr">
              <a:lnSpc>
                <a:spcPct val="90000"/>
              </a:lnSpc>
              <a:defRPr kumimoji="1"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algn="ctr">
              <a:lnSpc>
                <a:spcPct val="90000"/>
              </a:lnSpc>
              <a:defRPr kumimoji="1"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algn="ctr">
              <a:lnSpc>
                <a:spcPct val="90000"/>
              </a:lnSpc>
              <a:defRPr kumimoji="1"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algn="ctr">
              <a:lnSpc>
                <a:spcPct val="90000"/>
              </a:lnSpc>
              <a:defRPr kumimoji="1"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algn="ctr">
              <a:lnSpc>
                <a:spcPct val="90000"/>
              </a:lnSpc>
              <a:defRPr kumimoji="1"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4572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9144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13716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18288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r>
              <a:rPr lang="en-US" altLang="ko-KR" sz="3200" dirty="0">
                <a:latin typeface="Times New Roman" panose="02020603050405020304" pitchFamily="18" charset="0"/>
                <a:ea typeface="바탕체" panose="02030609000101010101" pitchFamily="49" charset="-127"/>
                <a:cs typeface="Times New Roman" panose="02020603050405020304" pitchFamily="18" charset="0"/>
              </a:rPr>
              <a:t>Categories of Networks (cont’d)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268" name="Text Box 4">
            <a:extLst>
              <a:ext uri="{FF2B5EF4-FFF2-40B4-BE49-F238E27FC236}">
                <a16:creationId xmlns:a16="http://schemas.microsoft.com/office/drawing/2014/main" id="{987D9765-96D3-912C-EED7-D7779089DE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2313" y="6084726"/>
            <a:ext cx="81915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0" lang="en-US" altLang="ko-KR" sz="2400" b="1" dirty="0">
                <a:solidFill>
                  <a:schemeClr val="folHlink"/>
                </a:solidFill>
                <a:latin typeface="Times New Roman" panose="02020603050405020304" pitchFamily="18" charset="0"/>
                <a:ea typeface="굴림" panose="020B0600000101010101" pitchFamily="34" charset="-127"/>
              </a:rPr>
              <a:t>Figure 1.12  </a:t>
            </a:r>
            <a:r>
              <a:rPr kumimoji="0" lang="en-US" altLang="ko-KR" sz="2000" b="1" i="1" dirty="0">
                <a:latin typeface="Times New Roman" panose="02020603050405020304" pitchFamily="18" charset="0"/>
                <a:ea typeface="굴림" panose="020B0600000101010101" pitchFamily="34" charset="-127"/>
              </a:rPr>
              <a:t>A heterogeneous network made of four WANs and two LANs</a:t>
            </a:r>
          </a:p>
        </p:txBody>
      </p:sp>
      <p:pic>
        <p:nvPicPr>
          <p:cNvPr id="267270" name="Picture 6">
            <a:extLst>
              <a:ext uri="{FF2B5EF4-FFF2-40B4-BE49-F238E27FC236}">
                <a16:creationId xmlns:a16="http://schemas.microsoft.com/office/drawing/2014/main" id="{EC8C75CF-30EA-0512-2F44-93FC68C6D8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7028" y="1340768"/>
            <a:ext cx="7126785" cy="4794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67271" name="Text Box 7">
            <a:extLst>
              <a:ext uri="{FF2B5EF4-FFF2-40B4-BE49-F238E27FC236}">
                <a16:creationId xmlns:a16="http://schemas.microsoft.com/office/drawing/2014/main" id="{0B10936F-9F81-FAC3-1FB1-F4A7A8D9C6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5925" y="333375"/>
            <a:ext cx="90011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000000"/>
                    </a:gs>
                    <a:gs pos="100000">
                      <a:srgbClr val="000000">
                        <a:gamma/>
                        <a:shade val="89804"/>
                        <a:invGamma/>
                      </a:srgbClr>
                    </a:gs>
                  </a:gsLst>
                  <a:lin ang="5400000" scaled="1"/>
                </a:gra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US" altLang="en-US"/>
          </a:p>
        </p:txBody>
      </p:sp>
      <p:sp>
        <p:nvSpPr>
          <p:cNvPr id="267272" name="Rectangle 8">
            <a:extLst>
              <a:ext uri="{FF2B5EF4-FFF2-40B4-BE49-F238E27FC236}">
                <a16:creationId xmlns:a16="http://schemas.microsoft.com/office/drawing/2014/main" id="{78121100-8BF7-469D-880B-873BA7DBA4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2313" y="258763"/>
            <a:ext cx="8582025" cy="503237"/>
          </a:xfrm>
          <a:prstGeom prst="rect">
            <a:avLst/>
          </a:prstGeom>
          <a:solidFill>
            <a:srgbClr val="F2CAD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>
            <a:lvl1pPr algn="ctr">
              <a:lnSpc>
                <a:spcPct val="90000"/>
              </a:lnSpc>
              <a:defRPr kumimoji="1"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algn="ctr">
              <a:lnSpc>
                <a:spcPct val="90000"/>
              </a:lnSpc>
              <a:defRPr kumimoji="1"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algn="ctr">
              <a:lnSpc>
                <a:spcPct val="90000"/>
              </a:lnSpc>
              <a:defRPr kumimoji="1"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algn="ctr">
              <a:lnSpc>
                <a:spcPct val="90000"/>
              </a:lnSpc>
              <a:defRPr kumimoji="1"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algn="ctr">
              <a:lnSpc>
                <a:spcPct val="90000"/>
              </a:lnSpc>
              <a:defRPr kumimoji="1"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4572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9144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13716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18288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r>
              <a:rPr lang="en-US" altLang="ko-KR" sz="3200" dirty="0">
                <a:latin typeface="Times New Roman" panose="02020603050405020304" pitchFamily="18" charset="0"/>
                <a:ea typeface="바탕체" panose="02030609000101010101" pitchFamily="49" charset="-127"/>
                <a:cs typeface="Times New Roman" panose="02020603050405020304" pitchFamily="18" charset="0"/>
              </a:rPr>
              <a:t>Interconnection of Networks : Internetwork</a:t>
            </a:r>
          </a:p>
        </p:txBody>
      </p:sp>
      <p:sp>
        <p:nvSpPr>
          <p:cNvPr id="267274" name="Text Box 10">
            <a:extLst>
              <a:ext uri="{FF2B5EF4-FFF2-40B4-BE49-F238E27FC236}">
                <a16:creationId xmlns:a16="http://schemas.microsoft.com/office/drawing/2014/main" id="{C646E642-349D-BE3B-0659-A2A34BCF58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0388" y="981075"/>
            <a:ext cx="871378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000000"/>
                    </a:gs>
                    <a:gs pos="100000">
                      <a:srgbClr val="000000">
                        <a:gamma/>
                        <a:shade val="89804"/>
                        <a:invGamma/>
                      </a:srgbClr>
                    </a:gs>
                  </a:gsLst>
                  <a:lin ang="5400000" scaled="1"/>
                </a:gra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chemeClr val="accent1"/>
              </a:buClr>
            </a:pP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or more networks are connected; they become an internet.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314" name="Rectangle 2">
            <a:extLst>
              <a:ext uri="{FF2B5EF4-FFF2-40B4-BE49-F238E27FC236}">
                <a16:creationId xmlns:a16="http://schemas.microsoft.com/office/drawing/2014/main" id="{0D38AB0D-8B97-BD8E-0E71-A59650C863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906000" cy="990600"/>
          </a:xfrm>
          <a:prstGeom prst="rect">
            <a:avLst/>
          </a:prstGeom>
          <a:solidFill>
            <a:srgbClr val="33CCFF"/>
          </a:solidFill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kumimoji="0" lang="en-US" altLang="en-US" sz="3200" b="1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 pitchFamily="18" charset="0"/>
              <a:ea typeface="굴림" panose="020B0600000101010101" pitchFamily="34" charset="-127"/>
            </a:endParaRPr>
          </a:p>
        </p:txBody>
      </p:sp>
      <p:sp>
        <p:nvSpPr>
          <p:cNvPr id="269315" name="Text Box 3">
            <a:extLst>
              <a:ext uri="{FF2B5EF4-FFF2-40B4-BE49-F238E27FC236}">
                <a16:creationId xmlns:a16="http://schemas.microsoft.com/office/drawing/2014/main" id="{0505ED8F-7578-03CC-9C88-721D9A2D95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7650" y="152400"/>
            <a:ext cx="40830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0" lang="en-US" altLang="ko-KR" sz="3200" b="1">
                <a:effectLst>
                  <a:outerShdw blurRad="38100" dist="38100" dir="2700000" algn="tl">
                    <a:srgbClr val="C0C0C0"/>
                  </a:outerShdw>
                </a:effectLst>
                <a:latin typeface="Times" pitchFamily="18" charset="0"/>
                <a:ea typeface="굴림" panose="020B0600000101010101" pitchFamily="34" charset="-127"/>
              </a:rPr>
              <a:t>1.3   THE INTERNET</a:t>
            </a:r>
          </a:p>
        </p:txBody>
      </p:sp>
      <p:sp>
        <p:nvSpPr>
          <p:cNvPr id="269316" name="Text Box 4">
            <a:extLst>
              <a:ext uri="{FF2B5EF4-FFF2-40B4-BE49-F238E27FC236}">
                <a16:creationId xmlns:a16="http://schemas.microsoft.com/office/drawing/2014/main" id="{7CA3E02B-BD75-7F9D-21A3-7ACC563C60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15400" y="6400800"/>
            <a:ext cx="2000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kumimoji="0" lang="en-US" altLang="en-US" sz="1800" b="1">
              <a:solidFill>
                <a:schemeClr val="tx1"/>
              </a:solidFill>
              <a:latin typeface="Times New Roman" panose="02020603050405020304" pitchFamily="18" charset="0"/>
              <a:ea typeface="굴림" panose="020B0600000101010101" pitchFamily="34" charset="-127"/>
            </a:endParaRPr>
          </a:p>
        </p:txBody>
      </p:sp>
      <p:sp>
        <p:nvSpPr>
          <p:cNvPr id="269317" name="Rectangle 5">
            <a:extLst>
              <a:ext uri="{FF2B5EF4-FFF2-40B4-BE49-F238E27FC236}">
                <a16:creationId xmlns:a16="http://schemas.microsoft.com/office/drawing/2014/main" id="{FD7C5370-62E9-1A1E-C24F-7BB3E7B485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550" y="1219200"/>
            <a:ext cx="9410700" cy="2227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1" hangingPunct="1"/>
            <a:r>
              <a:rPr kumimoji="0" lang="en-US" altLang="ko-KR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굴림" panose="020B0600000101010101" pitchFamily="34" charset="-127"/>
              </a:rPr>
              <a:t>The</a:t>
            </a:r>
            <a:r>
              <a:rPr kumimoji="0" lang="en-US" altLang="ko-KR" sz="2800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굴림" panose="020B0600000101010101" pitchFamily="34" charset="-127"/>
              </a:rPr>
              <a:t> </a:t>
            </a:r>
            <a:r>
              <a:rPr kumimoji="0" lang="en-US" altLang="ko-KR" sz="2800" b="1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굴림" panose="020B0600000101010101" pitchFamily="34" charset="-127"/>
              </a:rPr>
              <a:t>Internet</a:t>
            </a:r>
            <a:r>
              <a:rPr kumimoji="0" lang="en-US" altLang="ko-KR" sz="2800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굴림" panose="020B0600000101010101" pitchFamily="34" charset="-127"/>
              </a:rPr>
              <a:t> </a:t>
            </a:r>
            <a:r>
              <a:rPr kumimoji="0" lang="en-US" altLang="ko-KR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굴림" panose="020B0600000101010101" pitchFamily="34" charset="-127"/>
              </a:rPr>
              <a:t>has revolutionized many aspects of our daily lives. It has affected the way we do business as well as the way we spend our leisure time. The Internet is a communication system that has brought a wealth of information to our fingertips and organized it for our use. </a:t>
            </a:r>
          </a:p>
        </p:txBody>
      </p:sp>
      <p:sp>
        <p:nvSpPr>
          <p:cNvPr id="269318" name="Rectangle 6">
            <a:extLst>
              <a:ext uri="{FF2B5EF4-FFF2-40B4-BE49-F238E27FC236}">
                <a16:creationId xmlns:a16="http://schemas.microsoft.com/office/drawing/2014/main" id="{31F57E28-9ED4-1857-1B10-4DC72B4F8F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7650" y="5045075"/>
            <a:ext cx="808990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buClr>
                <a:schemeClr val="tx1"/>
              </a:buClr>
              <a:buSzPct val="117000"/>
              <a:buFont typeface="Wingdings" pitchFamily="2" charset="2"/>
              <a:buNone/>
            </a:pPr>
            <a:r>
              <a:rPr kumimoji="0" lang="fr-FR" altLang="en-US" sz="2400" b="1">
                <a:solidFill>
                  <a:srgbClr val="0033CC"/>
                </a:solidFill>
                <a:latin typeface="Times New Roman" panose="02020603050405020304" pitchFamily="18" charset="0"/>
                <a:ea typeface="굴림" panose="020B0600000101010101" pitchFamily="34" charset="-127"/>
              </a:rPr>
              <a:t>A Brief History</a:t>
            </a:r>
          </a:p>
          <a:p>
            <a:pPr>
              <a:buClr>
                <a:schemeClr val="folHlink"/>
              </a:buClr>
              <a:buSzPct val="117000"/>
              <a:buFont typeface="Wingdings" pitchFamily="2" charset="2"/>
              <a:buNone/>
            </a:pPr>
            <a:r>
              <a:rPr kumimoji="0" lang="fr-FR" altLang="en-US" sz="2400" b="1">
                <a:solidFill>
                  <a:srgbClr val="0033CC"/>
                </a:solidFill>
                <a:latin typeface="Times New Roman" panose="02020603050405020304" pitchFamily="18" charset="0"/>
                <a:ea typeface="굴림" panose="020B0600000101010101" pitchFamily="34" charset="-127"/>
              </a:rPr>
              <a:t>The Internet Today (ISPs)</a:t>
            </a:r>
          </a:p>
        </p:txBody>
      </p:sp>
      <p:sp>
        <p:nvSpPr>
          <p:cNvPr id="269319" name="Text Box 7">
            <a:extLst>
              <a:ext uri="{FF2B5EF4-FFF2-40B4-BE49-F238E27FC236}">
                <a16:creationId xmlns:a16="http://schemas.microsoft.com/office/drawing/2014/main" id="{2E4A8858-E4CB-A5CB-3079-C92872F4B5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1938" y="4511675"/>
            <a:ext cx="52673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kumimoji="0" lang="en-US" altLang="ko-KR" sz="2800" b="1" i="1" u="sng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굴림" panose="020B0600000101010101" pitchFamily="34" charset="-127"/>
              </a:rPr>
              <a:t>Topics discussed in this section: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474" name="Rectangle 2">
            <a:extLst>
              <a:ext uri="{FF2B5EF4-FFF2-40B4-BE49-F238E27FC236}">
                <a16:creationId xmlns:a16="http://schemas.microsoft.com/office/drawing/2014/main" id="{AFB72BA1-FB18-589F-9953-268DC560F7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Internet</a:t>
            </a:r>
          </a:p>
        </p:txBody>
      </p:sp>
      <p:sp>
        <p:nvSpPr>
          <p:cNvPr id="233475" name="Rectangle 3">
            <a:extLst>
              <a:ext uri="{FF2B5EF4-FFF2-40B4-BE49-F238E27FC236}">
                <a16:creationId xmlns:a16="http://schemas.microsoft.com/office/drawing/2014/main" id="{FFAF5AFC-A955-B3DA-BFE6-6B856A69BDC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altLang="ko-KR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Brief History</a:t>
            </a:r>
          </a:p>
          <a:p>
            <a:pPr lvl="1">
              <a:buSzTx/>
              <a:buFont typeface="Wingdings" pitchFamily="2" charset="2"/>
              <a:buChar char="v"/>
            </a:pPr>
            <a:r>
              <a:rPr lang="en-US" altLang="ko-KR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Internet (not internet)</a:t>
            </a:r>
          </a:p>
          <a:p>
            <a:pPr lvl="1">
              <a:buSzTx/>
              <a:buFont typeface="Wingdings" pitchFamily="2" charset="2"/>
              <a:buChar char="v"/>
            </a:pPr>
            <a:r>
              <a:rPr lang="en-US" altLang="ko-KR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ARPANET (Advanced Research Projects Agency: ARPA) – mid-1960s</a:t>
            </a:r>
          </a:p>
          <a:p>
            <a:pPr lvl="2">
              <a:buSzTx/>
              <a:buFont typeface="Wingdings" pitchFamily="2" charset="2"/>
              <a:buChar char="l"/>
            </a:pPr>
            <a:r>
              <a:rPr lang="en-US" altLang="ko-KR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Research Projects Agency (ARPA) in the DOD : presented ideas of ARPANET, 1967</a:t>
            </a:r>
          </a:p>
          <a:p>
            <a:pPr lvl="2">
              <a:buSzTx/>
              <a:buFont typeface="Wingdings" pitchFamily="2" charset="2"/>
              <a:buChar char="l"/>
            </a:pPr>
            <a:r>
              <a:rPr lang="en-US" altLang="ko-KR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Reality : 1969 (UCLA, UCSB, SRI, U of Utah)</a:t>
            </a:r>
          </a:p>
          <a:p>
            <a:pPr lvl="1">
              <a:buSzTx/>
              <a:buFont typeface="Wingdings" pitchFamily="2" charset="2"/>
              <a:buChar char="v"/>
            </a:pPr>
            <a:r>
              <a:rPr lang="en-US" altLang="ko-KR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Birth of Internet : in 1972</a:t>
            </a:r>
          </a:p>
          <a:p>
            <a:pPr lvl="2">
              <a:buSzTx/>
              <a:buFont typeface="Wingdings" pitchFamily="2" charset="2"/>
              <a:buChar char="l"/>
            </a:pPr>
            <a:r>
              <a:rPr lang="en-US" altLang="ko-KR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18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Vint</a:t>
            </a:r>
            <a:r>
              <a:rPr lang="en-US" altLang="ko-KR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Cerf and Bob Kahn : </a:t>
            </a:r>
            <a:r>
              <a:rPr lang="en-US" altLang="ko-KR" sz="18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Internetting</a:t>
            </a:r>
            <a:r>
              <a:rPr lang="en-US" altLang="ko-KR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Project</a:t>
            </a:r>
          </a:p>
          <a:p>
            <a:pPr lvl="1">
              <a:buSzTx/>
              <a:buFont typeface="Wingdings" pitchFamily="2" charset="2"/>
              <a:buChar char="v"/>
            </a:pPr>
            <a:r>
              <a:rPr lang="en-US" altLang="ko-KR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TCP/IP : A paper by Cerf and Kahn in 1973</a:t>
            </a:r>
          </a:p>
          <a:p>
            <a:pPr lvl="2">
              <a:buSzTx/>
              <a:buFont typeface="Wingdings" pitchFamily="2" charset="2"/>
              <a:buChar char="l"/>
            </a:pPr>
            <a:r>
              <a:rPr lang="en-US" altLang="ko-KR" sz="1800" b="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In 1983, TCP/IP became to official protocol for the ARPANET</a:t>
            </a:r>
            <a:endParaRPr lang="en-US" altLang="ko-KR" sz="18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SzTx/>
              <a:buFont typeface="Wingdings" pitchFamily="2" charset="2"/>
              <a:buChar char="v"/>
            </a:pPr>
            <a:r>
              <a:rPr lang="en-US" altLang="ko-KR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MILNET : in 1983</a:t>
            </a:r>
          </a:p>
          <a:p>
            <a:pPr lvl="1">
              <a:buSzTx/>
              <a:buFont typeface="Wingdings" pitchFamily="2" charset="2"/>
              <a:buChar char="v"/>
            </a:pPr>
            <a:r>
              <a:rPr lang="en-US" altLang="ko-KR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CSNET, NSFNET, ANSNET, …</a:t>
            </a:r>
          </a:p>
          <a:p>
            <a:pPr>
              <a:lnSpc>
                <a:spcPct val="100000"/>
              </a:lnSpc>
            </a:pPr>
            <a:endParaRPr lang="en-US" altLang="ko-KR" sz="2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3476" name="Rectangle 4">
            <a:extLst>
              <a:ext uri="{FF2B5EF4-FFF2-40B4-BE49-F238E27FC236}">
                <a16:creationId xmlns:a16="http://schemas.microsoft.com/office/drawing/2014/main" id="{D8594061-B349-D3C7-C4ED-B06043D1DA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76500" y="1793875"/>
            <a:ext cx="49530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000000"/>
                    </a:gs>
                    <a:gs pos="100000">
                      <a:srgbClr val="000000">
                        <a:gamma/>
                        <a:shade val="89804"/>
                        <a:invGamma/>
                      </a:srgbClr>
                    </a:gs>
                  </a:gsLst>
                  <a:lin ang="5400000" scaled="1"/>
                </a:gra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 altLang="en-US" b="1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498" name="Rectangle 2">
            <a:extLst>
              <a:ext uri="{FF2B5EF4-FFF2-40B4-BE49-F238E27FC236}">
                <a16:creationId xmlns:a16="http://schemas.microsoft.com/office/drawing/2014/main" id="{DB821F8A-F9DB-F4F6-23A8-7DF533F764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Internet Today</a:t>
            </a:r>
          </a:p>
        </p:txBody>
      </p:sp>
      <p:sp>
        <p:nvSpPr>
          <p:cNvPr id="234499" name="Rectangle 3">
            <a:extLst>
              <a:ext uri="{FF2B5EF4-FFF2-40B4-BE49-F238E27FC236}">
                <a16:creationId xmlns:a16="http://schemas.microsoft.com/office/drawing/2014/main" id="{0A596AE0-1724-01D4-F4C5-56861768651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04850" y="765175"/>
            <a:ext cx="8588375" cy="5832475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kumimoji="0"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1969.</a:t>
            </a:r>
            <a:r>
              <a:rPr kumimoji="0" lang="en-US" altLang="ko-KR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Four-node ARPANET established.</a:t>
            </a:r>
          </a:p>
          <a:p>
            <a:pPr>
              <a:lnSpc>
                <a:spcPct val="110000"/>
              </a:lnSpc>
            </a:pPr>
            <a:r>
              <a:rPr kumimoji="0"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1970.</a:t>
            </a:r>
            <a:r>
              <a:rPr kumimoji="0" lang="en-US" altLang="ko-KR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ARPA hosts implement NCP.</a:t>
            </a:r>
          </a:p>
          <a:p>
            <a:pPr>
              <a:lnSpc>
                <a:spcPct val="110000"/>
              </a:lnSpc>
            </a:pPr>
            <a:r>
              <a:rPr kumimoji="0"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1973.</a:t>
            </a:r>
            <a:r>
              <a:rPr kumimoji="0" lang="en-US" altLang="ko-KR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Development of TCP/IP suite begins.</a:t>
            </a:r>
          </a:p>
          <a:p>
            <a:pPr>
              <a:lnSpc>
                <a:spcPct val="110000"/>
              </a:lnSpc>
            </a:pPr>
            <a:r>
              <a:rPr kumimoji="0"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1977.</a:t>
            </a:r>
            <a:r>
              <a:rPr kumimoji="0" lang="en-US" altLang="ko-KR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 internet tested using TCP/IP.</a:t>
            </a:r>
          </a:p>
          <a:p>
            <a:pPr>
              <a:lnSpc>
                <a:spcPct val="110000"/>
              </a:lnSpc>
            </a:pPr>
            <a:r>
              <a:rPr kumimoji="0"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1978.</a:t>
            </a:r>
            <a:r>
              <a:rPr kumimoji="0" lang="en-US" altLang="ko-KR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UNIX distributed to academic sites.</a:t>
            </a:r>
          </a:p>
          <a:p>
            <a:pPr>
              <a:lnSpc>
                <a:spcPct val="110000"/>
              </a:lnSpc>
            </a:pPr>
            <a:r>
              <a:rPr kumimoji="0"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1983.</a:t>
            </a:r>
            <a:r>
              <a:rPr kumimoji="0" lang="en-US" altLang="ko-KR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TCP/IP becomes the official protocol</a:t>
            </a:r>
          </a:p>
          <a:p>
            <a:pPr>
              <a:lnSpc>
                <a:spcPct val="110000"/>
              </a:lnSpc>
            </a:pPr>
            <a:r>
              <a:rPr kumimoji="0"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1983.</a:t>
            </a:r>
            <a:r>
              <a:rPr kumimoji="0" lang="en-US" altLang="ko-KR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MILNET was born.</a:t>
            </a:r>
          </a:p>
          <a:p>
            <a:pPr>
              <a:lnSpc>
                <a:spcPct val="110000"/>
              </a:lnSpc>
            </a:pPr>
            <a:r>
              <a:rPr kumimoji="0"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1986.</a:t>
            </a:r>
            <a:r>
              <a:rPr kumimoji="0" lang="en-US" altLang="ko-KR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NSFNET established.</a:t>
            </a:r>
          </a:p>
          <a:p>
            <a:pPr>
              <a:lnSpc>
                <a:spcPct val="110000"/>
              </a:lnSpc>
            </a:pPr>
            <a:r>
              <a:rPr kumimoji="0"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1986, </a:t>
            </a:r>
            <a:r>
              <a:rPr kumimoji="0" lang="en-US" altLang="ko-KR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IETF First Meeting</a:t>
            </a:r>
          </a:p>
          <a:p>
            <a:pPr>
              <a:lnSpc>
                <a:spcPct val="110000"/>
              </a:lnSpc>
            </a:pPr>
            <a:r>
              <a:rPr kumimoji="0"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1990.</a:t>
            </a:r>
            <a:r>
              <a:rPr kumimoji="0" lang="en-US" altLang="ko-KR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ARPANET replaced by NSFNET.</a:t>
            </a:r>
          </a:p>
          <a:p>
            <a:pPr>
              <a:lnSpc>
                <a:spcPct val="110000"/>
              </a:lnSpc>
            </a:pPr>
            <a:r>
              <a:rPr kumimoji="0"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1991</a:t>
            </a:r>
            <a:r>
              <a:rPr kumimoji="0" lang="en-US" altLang="ko-KR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kumimoji="0" lang="en-US" altLang="ko-KR" sz="16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WWW by CERN</a:t>
            </a:r>
          </a:p>
          <a:p>
            <a:pPr>
              <a:lnSpc>
                <a:spcPct val="110000"/>
              </a:lnSpc>
            </a:pPr>
            <a:r>
              <a:rPr kumimoji="0"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1995.</a:t>
            </a:r>
            <a:r>
              <a:rPr kumimoji="0" lang="en-US" altLang="ko-KR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NSFNET became a research network.</a:t>
            </a:r>
          </a:p>
          <a:p>
            <a:pPr>
              <a:lnSpc>
                <a:spcPct val="110000"/>
              </a:lnSpc>
            </a:pPr>
            <a:r>
              <a:rPr kumimoji="0"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1995.</a:t>
            </a:r>
            <a:r>
              <a:rPr kumimoji="0" lang="en-US" altLang="ko-KR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ko-KR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ISPs</a:t>
            </a:r>
            <a:r>
              <a:rPr kumimoji="0" lang="en-US" altLang="ko-KR" sz="1600" b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ko-KR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started.</a:t>
            </a:r>
          </a:p>
          <a:p>
            <a:pPr>
              <a:lnSpc>
                <a:spcPct val="110000"/>
              </a:lnSpc>
            </a:pPr>
            <a:r>
              <a:rPr kumimoji="0"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2006 </a:t>
            </a:r>
            <a:r>
              <a:rPr kumimoji="0" lang="en-US" altLang="ko-KR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GENI</a:t>
            </a:r>
            <a:r>
              <a:rPr kumimoji="0" lang="en-US" altLang="ko-KR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(Global Environment for Network Innovations) for Future Internet</a:t>
            </a:r>
          </a:p>
          <a:p>
            <a:pPr>
              <a:lnSpc>
                <a:spcPct val="110000"/>
              </a:lnSpc>
            </a:pPr>
            <a:endParaRPr lang="en-US" altLang="ko-K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364" name="Text Box 4">
            <a:extLst>
              <a:ext uri="{FF2B5EF4-FFF2-40B4-BE49-F238E27FC236}">
                <a16:creationId xmlns:a16="http://schemas.microsoft.com/office/drawing/2014/main" id="{31582B64-B3AA-2239-B880-F7188DB241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6124" y="6061427"/>
            <a:ext cx="6102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0" lang="en-US" altLang="ko-KR" sz="2400" b="1" dirty="0">
                <a:solidFill>
                  <a:schemeClr val="folHlink"/>
                </a:solidFill>
                <a:latin typeface="Times New Roman" panose="02020603050405020304" pitchFamily="18" charset="0"/>
                <a:ea typeface="굴림" panose="020B0600000101010101" pitchFamily="34" charset="-127"/>
              </a:rPr>
              <a:t>Figure 1.13  </a:t>
            </a:r>
            <a:r>
              <a:rPr kumimoji="0" lang="en-US" altLang="ko-KR" sz="2000" b="1" i="1" dirty="0">
                <a:latin typeface="Times New Roman" panose="02020603050405020304" pitchFamily="18" charset="0"/>
                <a:ea typeface="굴림" panose="020B0600000101010101" pitchFamily="34" charset="-127"/>
              </a:rPr>
              <a:t>Hierarchical organization of the Internet</a:t>
            </a:r>
          </a:p>
        </p:txBody>
      </p:sp>
      <p:pic>
        <p:nvPicPr>
          <p:cNvPr id="271366" name="Picture 6">
            <a:extLst>
              <a:ext uri="{FF2B5EF4-FFF2-40B4-BE49-F238E27FC236}">
                <a16:creationId xmlns:a16="http://schemas.microsoft.com/office/drawing/2014/main" id="{63505AED-3923-A43C-6C14-9978D890F4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1531" y="952676"/>
            <a:ext cx="5951537" cy="5076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71368" name="Rectangle 8">
            <a:extLst>
              <a:ext uri="{FF2B5EF4-FFF2-40B4-BE49-F238E27FC236}">
                <a16:creationId xmlns:a16="http://schemas.microsoft.com/office/drawing/2014/main" id="{BD65A310-E0AB-4E3D-9EB8-2D888A13AB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6288" y="188913"/>
            <a:ext cx="8582025" cy="503237"/>
          </a:xfrm>
          <a:prstGeom prst="rect">
            <a:avLst/>
          </a:prstGeom>
          <a:solidFill>
            <a:srgbClr val="F2CAD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>
            <a:lvl1pPr algn="ctr">
              <a:lnSpc>
                <a:spcPct val="90000"/>
              </a:lnSpc>
              <a:defRPr kumimoji="1"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돋움" panose="020B0600000101010101" pitchFamily="34" charset="-127"/>
              </a:defRPr>
            </a:lvl1pPr>
            <a:lvl2pPr algn="ctr">
              <a:lnSpc>
                <a:spcPct val="90000"/>
              </a:lnSpc>
              <a:defRPr kumimoji="1"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돋움" panose="020B0600000101010101" pitchFamily="34" charset="-127"/>
              </a:defRPr>
            </a:lvl2pPr>
            <a:lvl3pPr algn="ctr">
              <a:lnSpc>
                <a:spcPct val="90000"/>
              </a:lnSpc>
              <a:defRPr kumimoji="1"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돋움" panose="020B0600000101010101" pitchFamily="34" charset="-127"/>
              </a:defRPr>
            </a:lvl3pPr>
            <a:lvl4pPr algn="ctr">
              <a:lnSpc>
                <a:spcPct val="90000"/>
              </a:lnSpc>
              <a:defRPr kumimoji="1"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돋움" panose="020B0600000101010101" pitchFamily="34" charset="-127"/>
              </a:defRPr>
            </a:lvl4pPr>
            <a:lvl5pPr algn="ctr">
              <a:lnSpc>
                <a:spcPct val="90000"/>
              </a:lnSpc>
              <a:defRPr kumimoji="1"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돋움" panose="020B0600000101010101" pitchFamily="34" charset="-127"/>
              </a:defRPr>
            </a:lvl5pPr>
            <a:lvl6pPr marL="4572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돋움" panose="020B0600000101010101" pitchFamily="34" charset="-127"/>
              </a:defRPr>
            </a:lvl6pPr>
            <a:lvl7pPr marL="9144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돋움" panose="020B0600000101010101" pitchFamily="34" charset="-127"/>
              </a:defRPr>
            </a:lvl7pPr>
            <a:lvl8pPr marL="13716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돋움" panose="020B0600000101010101" pitchFamily="34" charset="-127"/>
              </a:defRPr>
            </a:lvl8pPr>
            <a:lvl9pPr marL="18288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돋움" panose="020B0600000101010101" pitchFamily="34" charset="-127"/>
              </a:defRPr>
            </a:lvl9pPr>
          </a:lstStyle>
          <a:p>
            <a:r>
              <a:rPr lang="en-US" altLang="ko-KR" sz="3200">
                <a:latin typeface="Times New Roman" panose="02020603050405020304" pitchFamily="18" charset="0"/>
                <a:cs typeface="Times New Roman" panose="02020603050405020304" pitchFamily="18" charset="0"/>
              </a:rPr>
              <a:t>Internet Today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0" name="Rectangle 2">
            <a:extLst>
              <a:ext uri="{FF2B5EF4-FFF2-40B4-BE49-F238E27FC236}">
                <a16:creationId xmlns:a16="http://schemas.microsoft.com/office/drawing/2014/main" id="{07F392D5-F42C-2F1C-9692-E207375354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906000" cy="990600"/>
          </a:xfrm>
          <a:prstGeom prst="rect">
            <a:avLst/>
          </a:prstGeom>
          <a:solidFill>
            <a:srgbClr val="33CCFF"/>
          </a:solidFill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kumimoji="0" lang="en-US" altLang="en-US" sz="3200" b="1"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 pitchFamily="18" charset="0"/>
              <a:ea typeface="굴림" panose="020B0600000101010101" pitchFamily="34" charset="-127"/>
            </a:endParaRPr>
          </a:p>
        </p:txBody>
      </p:sp>
      <p:sp>
        <p:nvSpPr>
          <p:cNvPr id="273411" name="Text Box 3">
            <a:extLst>
              <a:ext uri="{FF2B5EF4-FFF2-40B4-BE49-F238E27FC236}">
                <a16:creationId xmlns:a16="http://schemas.microsoft.com/office/drawing/2014/main" id="{932F1E45-B33F-1A5A-D06F-40559E0D24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7650" y="152400"/>
            <a:ext cx="71501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0" lang="en-US" altLang="ko-KR" sz="3200" b="1">
                <a:effectLst>
                  <a:outerShdw blurRad="38100" dist="38100" dir="2700000" algn="tl">
                    <a:srgbClr val="C0C0C0"/>
                  </a:outerShdw>
                </a:effectLst>
                <a:latin typeface="Times" pitchFamily="18" charset="0"/>
                <a:ea typeface="굴림" panose="020B0600000101010101" pitchFamily="34" charset="-127"/>
              </a:rPr>
              <a:t>1-4   PROTOCOLS AND STANDARDS</a:t>
            </a:r>
          </a:p>
        </p:txBody>
      </p:sp>
      <p:sp>
        <p:nvSpPr>
          <p:cNvPr id="273412" name="Text Box 4">
            <a:extLst>
              <a:ext uri="{FF2B5EF4-FFF2-40B4-BE49-F238E27FC236}">
                <a16:creationId xmlns:a16="http://schemas.microsoft.com/office/drawing/2014/main" id="{E505BFD4-1236-3517-36B8-230F215EBC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15400" y="6400800"/>
            <a:ext cx="2000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kumimoji="0" lang="en-US" altLang="en-US" sz="1800" b="1">
              <a:solidFill>
                <a:schemeClr val="tx1"/>
              </a:solidFill>
              <a:latin typeface="Times New Roman" panose="02020603050405020304" pitchFamily="18" charset="0"/>
              <a:ea typeface="굴림" panose="020B0600000101010101" pitchFamily="34" charset="-127"/>
            </a:endParaRPr>
          </a:p>
        </p:txBody>
      </p:sp>
      <p:sp>
        <p:nvSpPr>
          <p:cNvPr id="273413" name="Rectangle 5">
            <a:extLst>
              <a:ext uri="{FF2B5EF4-FFF2-40B4-BE49-F238E27FC236}">
                <a16:creationId xmlns:a16="http://schemas.microsoft.com/office/drawing/2014/main" id="{9324049E-6012-EFC8-51FF-396C8E721D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588" y="1128713"/>
            <a:ext cx="9410700" cy="180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1" hangingPunct="1"/>
            <a:r>
              <a:rPr kumimoji="0" lang="en-US" altLang="ko-KR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굴림" panose="020B0600000101010101" pitchFamily="34" charset="-127"/>
              </a:rPr>
              <a:t>In this section, we define two widely used terms:</a:t>
            </a:r>
            <a:r>
              <a:rPr kumimoji="0" lang="en-US" altLang="ko-KR" sz="28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굴림" panose="020B0600000101010101" pitchFamily="34" charset="-127"/>
              </a:rPr>
              <a:t> </a:t>
            </a:r>
            <a:r>
              <a:rPr kumimoji="0" lang="en-US" altLang="ko-KR" sz="2800" b="1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굴림" panose="020B0600000101010101" pitchFamily="34" charset="-127"/>
              </a:rPr>
              <a:t>protocols</a:t>
            </a:r>
            <a:r>
              <a:rPr kumimoji="0" lang="en-US" altLang="ko-KR" sz="28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굴림" panose="020B0600000101010101" pitchFamily="34" charset="-127"/>
              </a:rPr>
              <a:t> </a:t>
            </a:r>
            <a:r>
              <a:rPr kumimoji="0" lang="en-US" altLang="ko-KR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굴림" panose="020B0600000101010101" pitchFamily="34" charset="-127"/>
              </a:rPr>
              <a:t>and</a:t>
            </a:r>
            <a:r>
              <a:rPr kumimoji="0" lang="en-US" altLang="ko-KR" sz="28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굴림" panose="020B0600000101010101" pitchFamily="34" charset="-127"/>
              </a:rPr>
              <a:t> </a:t>
            </a:r>
            <a:r>
              <a:rPr kumimoji="0" lang="en-US" altLang="ko-KR" sz="2800" b="1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굴림" panose="020B0600000101010101" pitchFamily="34" charset="-127"/>
              </a:rPr>
              <a:t>standards</a:t>
            </a:r>
            <a:r>
              <a:rPr kumimoji="0" lang="en-US" altLang="ko-KR" sz="28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굴림" panose="020B0600000101010101" pitchFamily="34" charset="-127"/>
              </a:rPr>
              <a:t>. </a:t>
            </a:r>
            <a:r>
              <a:rPr kumimoji="0" lang="en-US" altLang="ko-KR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굴림" panose="020B0600000101010101" pitchFamily="34" charset="-127"/>
              </a:rPr>
              <a:t>First, we define protocol, which is synonymous with rule. Then we discuss standards, which are agreed-upon rules.</a:t>
            </a:r>
          </a:p>
        </p:txBody>
      </p:sp>
      <p:sp>
        <p:nvSpPr>
          <p:cNvPr id="273414" name="Rectangle 6">
            <a:extLst>
              <a:ext uri="{FF2B5EF4-FFF2-40B4-BE49-F238E27FC236}">
                <a16:creationId xmlns:a16="http://schemas.microsoft.com/office/drawing/2014/main" id="{E2D8C37B-D40D-F35F-E320-1BBD76FD85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7650" y="4495800"/>
            <a:ext cx="8089900" cy="155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buClr>
                <a:schemeClr val="tx1"/>
              </a:buClr>
              <a:buSzPct val="117000"/>
              <a:buFont typeface="Wingdings" pitchFamily="2" charset="2"/>
              <a:buNone/>
            </a:pPr>
            <a:r>
              <a:rPr kumimoji="0" lang="fr-FR" altLang="en-US" sz="2400" b="1">
                <a:solidFill>
                  <a:srgbClr val="0033CC"/>
                </a:solidFill>
                <a:latin typeface="Times New Roman" panose="02020603050405020304" pitchFamily="18" charset="0"/>
                <a:ea typeface="굴림" panose="020B0600000101010101" pitchFamily="34" charset="-127"/>
              </a:rPr>
              <a:t>Protocols</a:t>
            </a:r>
            <a:br>
              <a:rPr kumimoji="0" lang="fr-FR" altLang="en-US" sz="2400" b="1">
                <a:solidFill>
                  <a:srgbClr val="0033CC"/>
                </a:solidFill>
                <a:latin typeface="Times New Roman" panose="02020603050405020304" pitchFamily="18" charset="0"/>
                <a:ea typeface="굴림" panose="020B0600000101010101" pitchFamily="34" charset="-127"/>
              </a:rPr>
            </a:br>
            <a:r>
              <a:rPr kumimoji="0" lang="fr-FR" altLang="en-US" sz="2400" b="1">
                <a:solidFill>
                  <a:srgbClr val="0033CC"/>
                </a:solidFill>
                <a:latin typeface="Times New Roman" panose="02020603050405020304" pitchFamily="18" charset="0"/>
                <a:ea typeface="굴림" panose="020B0600000101010101" pitchFamily="34" charset="-127"/>
              </a:rPr>
              <a:t>Standards</a:t>
            </a:r>
          </a:p>
          <a:p>
            <a:pPr>
              <a:buClr>
                <a:schemeClr val="tx1"/>
              </a:buClr>
              <a:buSzPct val="117000"/>
              <a:buFont typeface="Wingdings" pitchFamily="2" charset="2"/>
              <a:buNone/>
            </a:pPr>
            <a:r>
              <a:rPr kumimoji="0" lang="fr-FR" altLang="en-US" sz="2400" b="1">
                <a:solidFill>
                  <a:srgbClr val="0033CC"/>
                </a:solidFill>
                <a:latin typeface="Times New Roman" panose="02020603050405020304" pitchFamily="18" charset="0"/>
                <a:ea typeface="굴림" panose="020B0600000101010101" pitchFamily="34" charset="-127"/>
              </a:rPr>
              <a:t>Standards Organizations</a:t>
            </a:r>
            <a:br>
              <a:rPr kumimoji="0" lang="fr-FR" altLang="en-US" sz="2400" b="1">
                <a:solidFill>
                  <a:srgbClr val="0033CC"/>
                </a:solidFill>
                <a:latin typeface="Times New Roman" panose="02020603050405020304" pitchFamily="18" charset="0"/>
                <a:ea typeface="굴림" panose="020B0600000101010101" pitchFamily="34" charset="-127"/>
              </a:rPr>
            </a:br>
            <a:r>
              <a:rPr kumimoji="0" lang="fr-FR" altLang="en-US" sz="2400" b="1">
                <a:solidFill>
                  <a:srgbClr val="0033CC"/>
                </a:solidFill>
                <a:latin typeface="Times New Roman" panose="02020603050405020304" pitchFamily="18" charset="0"/>
                <a:ea typeface="굴림" panose="020B0600000101010101" pitchFamily="34" charset="-127"/>
              </a:rPr>
              <a:t>Internet Standards</a:t>
            </a:r>
          </a:p>
        </p:txBody>
      </p:sp>
      <p:sp>
        <p:nvSpPr>
          <p:cNvPr id="273415" name="Text Box 7">
            <a:extLst>
              <a:ext uri="{FF2B5EF4-FFF2-40B4-BE49-F238E27FC236}">
                <a16:creationId xmlns:a16="http://schemas.microsoft.com/office/drawing/2014/main" id="{DFA51591-CC35-0934-F1BB-5ACEDABF61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1938" y="3962400"/>
            <a:ext cx="52673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kumimoji="0" lang="en-US" altLang="ko-KR" sz="2800" b="1" i="1" u="sng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굴림" panose="020B0600000101010101" pitchFamily="34" charset="-127"/>
              </a:rPr>
              <a:t>Topics discussed in this section: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618" name="Rectangle 2">
            <a:extLst>
              <a:ext uri="{FF2B5EF4-FFF2-40B4-BE49-F238E27FC236}">
                <a16:creationId xmlns:a16="http://schemas.microsoft.com/office/drawing/2014/main" id="{721ED9C8-DF7E-3477-9B60-BAE6659C5D3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Protocols and Standard</a:t>
            </a:r>
          </a:p>
        </p:txBody>
      </p:sp>
      <p:sp>
        <p:nvSpPr>
          <p:cNvPr id="239619" name="Rectangle 3">
            <a:extLst>
              <a:ext uri="{FF2B5EF4-FFF2-40B4-BE49-F238E27FC236}">
                <a16:creationId xmlns:a16="http://schemas.microsoft.com/office/drawing/2014/main" id="{656188C6-9A3F-B8E9-19BB-768AA0D6E5D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292100" indent="-292100">
              <a:lnSpc>
                <a:spcPct val="130000"/>
              </a:lnSpc>
            </a:pPr>
            <a:r>
              <a:rPr lang="en-US" altLang="ko-KR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Communication in computer networks</a:t>
            </a:r>
          </a:p>
          <a:p>
            <a:pPr marL="800100" lvl="1">
              <a:lnSpc>
                <a:spcPct val="130000"/>
              </a:lnSpc>
              <a:buFont typeface="Wingdings" pitchFamily="2" charset="2"/>
              <a:buBlip>
                <a:blip r:embed="rId2"/>
              </a:buBlip>
            </a:pPr>
            <a:r>
              <a:rPr lang="en-US" altLang="ko-KR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Communication occurs between entities in different systems</a:t>
            </a:r>
          </a:p>
          <a:p>
            <a:pPr marL="292100" indent="-292100">
              <a:lnSpc>
                <a:spcPct val="130000"/>
              </a:lnSpc>
            </a:pPr>
            <a:r>
              <a:rPr lang="en-US" altLang="ko-KR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Entity</a:t>
            </a:r>
            <a:r>
              <a:rPr lang="en-US" altLang="ko-KR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800100" lvl="1">
              <a:lnSpc>
                <a:spcPct val="130000"/>
              </a:lnSpc>
              <a:buFont typeface="Wingdings" pitchFamily="2" charset="2"/>
              <a:buBlip>
                <a:blip r:embed="rId2"/>
              </a:buBlip>
            </a:pPr>
            <a:r>
              <a:rPr lang="en-US" altLang="ko-KR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anything capable of sending or receiving information</a:t>
            </a:r>
          </a:p>
          <a:p>
            <a:pPr marL="292100" indent="-292100">
              <a:lnSpc>
                <a:spcPct val="130000"/>
              </a:lnSpc>
            </a:pPr>
            <a:r>
              <a:rPr lang="en-US" altLang="ko-KR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Protocol</a:t>
            </a:r>
          </a:p>
          <a:p>
            <a:pPr marL="800100" lvl="1">
              <a:lnSpc>
                <a:spcPct val="130000"/>
              </a:lnSpc>
              <a:buFont typeface="Wingdings" pitchFamily="2" charset="2"/>
              <a:buBlip>
                <a:blip r:embed="rId2"/>
              </a:buBlip>
            </a:pPr>
            <a:r>
              <a:rPr lang="en-US" altLang="ko-KR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set of rules that govern data communication</a:t>
            </a:r>
            <a:endParaRPr lang="en-US" altLang="ko-KR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2100" indent="-292100" algn="just">
              <a:lnSpc>
                <a:spcPct val="150000"/>
              </a:lnSpc>
              <a:buFont typeface="Wingdings" pitchFamily="2" charset="2"/>
              <a:buNone/>
            </a:pPr>
            <a:endParaRPr lang="en-US" altLang="ko-KR" sz="18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2100" indent="-292100"/>
            <a:endParaRPr lang="en-US" altLang="ko-KR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642" name="Rectangle 2">
            <a:extLst>
              <a:ext uri="{FF2B5EF4-FFF2-40B4-BE49-F238E27FC236}">
                <a16:creationId xmlns:a16="http://schemas.microsoft.com/office/drawing/2014/main" id="{79428E6D-48F4-F52E-2221-BCD701FEF3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Protocol &amp; Standards (cont’d)</a:t>
            </a:r>
          </a:p>
        </p:txBody>
      </p:sp>
      <p:sp>
        <p:nvSpPr>
          <p:cNvPr id="240643" name="Rectangle 3">
            <a:extLst>
              <a:ext uri="{FF2B5EF4-FFF2-40B4-BE49-F238E27FC236}">
                <a16:creationId xmlns:a16="http://schemas.microsoft.com/office/drawing/2014/main" id="{2E9902B9-3438-5B08-54A4-6770BCCA2F3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Key elements of a Protocol</a:t>
            </a:r>
          </a:p>
          <a:p>
            <a:pPr lvl="1">
              <a:buFont typeface="Wingdings" pitchFamily="2" charset="2"/>
              <a:buChar char="v"/>
            </a:pPr>
            <a:r>
              <a:rPr lang="en-US" altLang="ko-KR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Syntax </a:t>
            </a:r>
            <a:endParaRPr lang="en-US" altLang="ko-KR" sz="2000" b="0" dirty="0">
              <a:latin typeface="Times New Roman" panose="02020603050405020304" pitchFamily="18" charset="0"/>
              <a:ea typeface="HY헤드라인M" pitchFamily="18" charset="-127"/>
              <a:cs typeface="Times New Roman" panose="02020603050405020304" pitchFamily="18" charset="0"/>
            </a:endParaRPr>
          </a:p>
          <a:p>
            <a:pPr lvl="2">
              <a:buFont typeface="Wingdings" pitchFamily="2" charset="2"/>
              <a:buChar char="l"/>
            </a:pPr>
            <a:r>
              <a:rPr lang="en-US" altLang="ko-KR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refers to the structure or format of the data, meaning the order in which they are presented.</a:t>
            </a:r>
          </a:p>
          <a:p>
            <a:pPr lvl="1">
              <a:buFont typeface="Wingdings" pitchFamily="2" charset="2"/>
              <a:buChar char="v"/>
            </a:pPr>
            <a:r>
              <a:rPr lang="en-US" altLang="ko-KR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Semantics </a:t>
            </a:r>
            <a:endParaRPr lang="en-US" altLang="ko-KR" sz="2000" b="0" dirty="0">
              <a:latin typeface="Times New Roman" panose="02020603050405020304" pitchFamily="18" charset="0"/>
              <a:ea typeface="HY헤드라인M" pitchFamily="18" charset="-127"/>
              <a:cs typeface="Times New Roman" panose="02020603050405020304" pitchFamily="18" charset="0"/>
            </a:endParaRPr>
          </a:p>
          <a:p>
            <a:pPr lvl="2">
              <a:buFont typeface="Wingdings" pitchFamily="2" charset="2"/>
              <a:buChar char="l"/>
            </a:pPr>
            <a:r>
              <a:rPr lang="en-US" altLang="ko-KR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refers to the meaning of each section of bits.</a:t>
            </a:r>
          </a:p>
          <a:p>
            <a:pPr lvl="1">
              <a:buFont typeface="Wingdings" pitchFamily="2" charset="2"/>
              <a:buChar char="v"/>
            </a:pPr>
            <a:r>
              <a:rPr lang="en-US" altLang="ko-KR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Timing </a:t>
            </a:r>
            <a:endParaRPr lang="en-US" altLang="ko-KR" sz="2000" b="0" dirty="0">
              <a:latin typeface="Times New Roman" panose="02020603050405020304" pitchFamily="18" charset="0"/>
              <a:ea typeface="HY헤드라인M" pitchFamily="18" charset="-127"/>
              <a:cs typeface="Times New Roman" panose="02020603050405020304" pitchFamily="18" charset="0"/>
            </a:endParaRPr>
          </a:p>
          <a:p>
            <a:pPr lvl="2">
              <a:buFont typeface="Wingdings" pitchFamily="2" charset="2"/>
              <a:buChar char="l"/>
            </a:pPr>
            <a:r>
              <a:rPr lang="en-US" altLang="ko-KR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refers to two characteristics (when data should be sent and how fast it can be sent)</a:t>
            </a:r>
          </a:p>
          <a:p>
            <a:endParaRPr lang="en-US" altLang="ko-KR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Rectangle 2">
            <a:extLst>
              <a:ext uri="{FF2B5EF4-FFF2-40B4-BE49-F238E27FC236}">
                <a16:creationId xmlns:a16="http://schemas.microsoft.com/office/drawing/2014/main" id="{D766513C-0AA3-C2EC-8EDC-74FF68B480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Standards</a:t>
            </a:r>
          </a:p>
        </p:txBody>
      </p:sp>
      <p:sp>
        <p:nvSpPr>
          <p:cNvPr id="173059" name="Rectangle 3">
            <a:extLst>
              <a:ext uri="{FF2B5EF4-FFF2-40B4-BE49-F238E27FC236}">
                <a16:creationId xmlns:a16="http://schemas.microsoft.com/office/drawing/2014/main" id="{3B257EA7-0973-E6D1-E5C7-0E98BC11496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908720"/>
            <a:ext cx="8588375" cy="5334000"/>
          </a:xfrm>
        </p:spPr>
        <p:txBody>
          <a:bodyPr/>
          <a:lstStyle/>
          <a:p>
            <a:r>
              <a:rPr lang="en-US" altLang="ko-KR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Standards</a:t>
            </a:r>
          </a:p>
          <a:p>
            <a:pPr lvl="1">
              <a:buFont typeface="Wingdings" pitchFamily="2" charset="2"/>
              <a:buBlip>
                <a:blip r:embed="rId2"/>
              </a:buBlip>
            </a:pPr>
            <a:r>
              <a:rPr lang="en-US" altLang="ko-KR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essential in creating and maintaining an open and competitive market for equipment manufactures and in guaranteeing national and international interoperability of data and communications technology and processes.</a:t>
            </a:r>
            <a:endParaRPr lang="en-US" altLang="ko-KR" sz="16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3060" name="Rectangle 4">
            <a:extLst>
              <a:ext uri="{FF2B5EF4-FFF2-40B4-BE49-F238E27FC236}">
                <a16:creationId xmlns:a16="http://schemas.microsoft.com/office/drawing/2014/main" id="{9B419A1C-F3F7-AC82-93D8-4F56C6DA38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3429000"/>
            <a:ext cx="1981200" cy="685800"/>
          </a:xfrm>
          <a:prstGeom prst="rect">
            <a:avLst/>
          </a:prstGeom>
          <a:solidFill>
            <a:srgbClr val="D9E5D7"/>
          </a:solidFill>
          <a:ln w="9525">
            <a:solidFill>
              <a:schemeClr val="bg2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 eaLnBrk="1" latinLnBrk="1" hangingPunct="1"/>
            <a:r>
              <a:rPr lang="en-US" altLang="ko-KR" sz="2800">
                <a:solidFill>
                  <a:schemeClr val="bg1"/>
                </a:solidFill>
                <a:latin typeface="Times New Roman" panose="02020603050405020304" pitchFamily="18" charset="0"/>
                <a:ea typeface="굴림" panose="020B0600000101010101" pitchFamily="34" charset="-127"/>
              </a:rPr>
              <a:t>Standards</a:t>
            </a:r>
            <a:endParaRPr lang="en-US" altLang="ko-KR" sz="2800">
              <a:solidFill>
                <a:schemeClr val="tx1"/>
              </a:solidFill>
              <a:latin typeface="Times New Roman" panose="02020603050405020304" pitchFamily="18" charset="0"/>
              <a:ea typeface="굴림" panose="020B0600000101010101" pitchFamily="34" charset="-127"/>
            </a:endParaRPr>
          </a:p>
        </p:txBody>
      </p:sp>
      <p:sp>
        <p:nvSpPr>
          <p:cNvPr id="173061" name="Rectangle 5">
            <a:extLst>
              <a:ext uri="{FF2B5EF4-FFF2-40B4-BE49-F238E27FC236}">
                <a16:creationId xmlns:a16="http://schemas.microsoft.com/office/drawing/2014/main" id="{1F6C500D-5A13-B96D-C7E7-F3D36F73EA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44085" y="4876800"/>
            <a:ext cx="1942719" cy="762000"/>
          </a:xfrm>
          <a:prstGeom prst="rect">
            <a:avLst/>
          </a:prstGeom>
          <a:solidFill>
            <a:schemeClr val="tx1"/>
          </a:solidFill>
          <a:ln w="9525">
            <a:solidFill>
              <a:schemeClr val="bg2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 eaLnBrk="1" latinLnBrk="1" hangingPunct="1"/>
            <a:r>
              <a:rPr lang="en-US" altLang="ko-KR" sz="2400" dirty="0">
                <a:solidFill>
                  <a:schemeClr val="bg1"/>
                </a:solidFill>
                <a:latin typeface="Times New Roman" panose="02020603050405020304" pitchFamily="18" charset="0"/>
                <a:ea typeface="굴림" panose="020B0600000101010101" pitchFamily="34" charset="-127"/>
              </a:rPr>
              <a:t>De facto</a:t>
            </a:r>
          </a:p>
          <a:p>
            <a:pPr algn="ctr" eaLnBrk="1" latinLnBrk="1" hangingPunct="1"/>
            <a:r>
              <a:rPr lang="en-US" altLang="ko-KR" sz="2400" dirty="0">
                <a:solidFill>
                  <a:schemeClr val="bg1"/>
                </a:solidFill>
                <a:latin typeface="Times New Roman" panose="02020603050405020304" pitchFamily="18" charset="0"/>
                <a:ea typeface="굴림" panose="020B0600000101010101" pitchFamily="34" charset="-127"/>
              </a:rPr>
              <a:t>(by fact)</a:t>
            </a:r>
            <a:endParaRPr lang="en-US" altLang="ko-KR" sz="2400" dirty="0">
              <a:solidFill>
                <a:schemeClr val="tx1"/>
              </a:solidFill>
              <a:latin typeface="Times New Roman" panose="02020603050405020304" pitchFamily="18" charset="0"/>
              <a:ea typeface="굴림" panose="020B0600000101010101" pitchFamily="34" charset="-127"/>
            </a:endParaRPr>
          </a:p>
        </p:txBody>
      </p:sp>
      <p:sp>
        <p:nvSpPr>
          <p:cNvPr id="173062" name="Rectangle 6">
            <a:extLst>
              <a:ext uri="{FF2B5EF4-FFF2-40B4-BE49-F238E27FC236}">
                <a16:creationId xmlns:a16="http://schemas.microsoft.com/office/drawing/2014/main" id="{869E99AD-D32D-7BE2-DE34-D4B224AA46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58042" y="4876800"/>
            <a:ext cx="1942715" cy="838200"/>
          </a:xfrm>
          <a:prstGeom prst="rect">
            <a:avLst/>
          </a:prstGeom>
          <a:solidFill>
            <a:schemeClr val="tx1"/>
          </a:solidFill>
          <a:ln w="9525">
            <a:solidFill>
              <a:schemeClr val="bg2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 eaLnBrk="1" latinLnBrk="1" hangingPunct="1"/>
            <a:r>
              <a:rPr lang="en-US" altLang="ko-KR" sz="2400" dirty="0">
                <a:solidFill>
                  <a:schemeClr val="bg1"/>
                </a:solidFill>
                <a:latin typeface="Times New Roman" panose="02020603050405020304" pitchFamily="18" charset="0"/>
                <a:ea typeface="굴림" panose="020B0600000101010101" pitchFamily="34" charset="-127"/>
              </a:rPr>
              <a:t>De jure</a:t>
            </a:r>
          </a:p>
          <a:p>
            <a:pPr algn="ctr" eaLnBrk="1" latinLnBrk="1" hangingPunct="1"/>
            <a:r>
              <a:rPr lang="en-US" altLang="ko-KR" sz="2400" dirty="0">
                <a:solidFill>
                  <a:schemeClr val="bg1"/>
                </a:solidFill>
                <a:latin typeface="Times New Roman" panose="02020603050405020304" pitchFamily="18" charset="0"/>
                <a:ea typeface="굴림" panose="020B0600000101010101" pitchFamily="34" charset="-127"/>
              </a:rPr>
              <a:t>(by law)</a:t>
            </a:r>
            <a:endParaRPr lang="en-US" altLang="ko-KR" sz="2400" dirty="0">
              <a:solidFill>
                <a:schemeClr val="tx1"/>
              </a:solidFill>
              <a:latin typeface="Times New Roman" panose="02020603050405020304" pitchFamily="18" charset="0"/>
              <a:ea typeface="굴림" panose="020B0600000101010101" pitchFamily="34" charset="-127"/>
            </a:endParaRPr>
          </a:p>
        </p:txBody>
      </p:sp>
      <p:sp>
        <p:nvSpPr>
          <p:cNvPr id="173063" name="Line 7">
            <a:extLst>
              <a:ext uri="{FF2B5EF4-FFF2-40B4-BE49-F238E27FC236}">
                <a16:creationId xmlns:a16="http://schemas.microsoft.com/office/drawing/2014/main" id="{16BE4041-9E93-2882-390D-E39E46EDD0A9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8000" y="4495800"/>
            <a:ext cx="3581400" cy="0"/>
          </a:xfrm>
          <a:prstGeom prst="line">
            <a:avLst/>
          </a:prstGeom>
          <a:noFill/>
          <a:ln w="28575">
            <a:solidFill>
              <a:srgbClr val="FF66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3064" name="Line 8">
            <a:extLst>
              <a:ext uri="{FF2B5EF4-FFF2-40B4-BE49-F238E27FC236}">
                <a16:creationId xmlns:a16="http://schemas.microsoft.com/office/drawing/2014/main" id="{27AF15FC-0706-74A7-A8CB-DE54F365B8AF}"/>
              </a:ext>
            </a:extLst>
          </p:cNvPr>
          <p:cNvSpPr>
            <a:spLocks noChangeShapeType="1"/>
          </p:cNvSpPr>
          <p:nvPr/>
        </p:nvSpPr>
        <p:spPr bwMode="auto">
          <a:xfrm>
            <a:off x="4800600" y="4114800"/>
            <a:ext cx="0" cy="381000"/>
          </a:xfrm>
          <a:prstGeom prst="line">
            <a:avLst/>
          </a:prstGeom>
          <a:noFill/>
          <a:ln w="28575">
            <a:solidFill>
              <a:srgbClr val="FF66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3065" name="Line 9">
            <a:extLst>
              <a:ext uri="{FF2B5EF4-FFF2-40B4-BE49-F238E27FC236}">
                <a16:creationId xmlns:a16="http://schemas.microsoft.com/office/drawing/2014/main" id="{078969DE-6777-C2EE-A8DA-89BDED5D2804}"/>
              </a:ext>
            </a:extLst>
          </p:cNvPr>
          <p:cNvSpPr>
            <a:spLocks noChangeShapeType="1"/>
          </p:cNvSpPr>
          <p:nvPr/>
        </p:nvSpPr>
        <p:spPr bwMode="auto">
          <a:xfrm>
            <a:off x="6629400" y="4495800"/>
            <a:ext cx="0" cy="381000"/>
          </a:xfrm>
          <a:prstGeom prst="line">
            <a:avLst/>
          </a:prstGeom>
          <a:noFill/>
          <a:ln w="28575">
            <a:solidFill>
              <a:srgbClr val="FF66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3066" name="Line 10">
            <a:extLst>
              <a:ext uri="{FF2B5EF4-FFF2-40B4-BE49-F238E27FC236}">
                <a16:creationId xmlns:a16="http://schemas.microsoft.com/office/drawing/2014/main" id="{509255F7-43BC-883C-1D7E-ADE730338967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8000" y="4495800"/>
            <a:ext cx="0" cy="381000"/>
          </a:xfrm>
          <a:prstGeom prst="line">
            <a:avLst/>
          </a:prstGeom>
          <a:noFill/>
          <a:ln w="28575">
            <a:solidFill>
              <a:srgbClr val="FF66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Rectangle 2">
            <a:extLst>
              <a:ext uri="{FF2B5EF4-FFF2-40B4-BE49-F238E27FC236}">
                <a16:creationId xmlns:a16="http://schemas.microsoft.com/office/drawing/2014/main" id="{D766513C-0AA3-C2EC-8EDC-74FF68B480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Internet Standard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CA18F2D-47ED-C2E2-46BB-9CEA2DFD58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807" y="1484784"/>
            <a:ext cx="8711616" cy="455001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50774DA-CB0C-12FC-DBE6-8D305EA1E0B6}"/>
              </a:ext>
            </a:extLst>
          </p:cNvPr>
          <p:cNvSpPr txBox="1"/>
          <p:nvPr/>
        </p:nvSpPr>
        <p:spPr>
          <a:xfrm>
            <a:off x="2892851" y="6199127"/>
            <a:ext cx="41715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1.16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Maturity levels of an RFC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35313FD-473F-8E3C-442A-E361BA33C360}"/>
              </a:ext>
            </a:extLst>
          </p:cNvPr>
          <p:cNvSpPr txBox="1"/>
          <p:nvPr/>
        </p:nvSpPr>
        <p:spPr>
          <a:xfrm>
            <a:off x="724128" y="831004"/>
            <a:ext cx="858021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Internet standard is a thoroughly tested specification.</a:t>
            </a:r>
          </a:p>
        </p:txBody>
      </p:sp>
    </p:spTree>
    <p:extLst>
      <p:ext uri="{BB962C8B-B14F-4D97-AF65-F5344CB8AC3E}">
        <p14:creationId xmlns:p14="http://schemas.microsoft.com/office/powerpoint/2010/main" val="15162760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Rectangle 2">
            <a:extLst>
              <a:ext uri="{FF2B5EF4-FFF2-40B4-BE49-F238E27FC236}">
                <a16:creationId xmlns:a16="http://schemas.microsoft.com/office/drawing/2014/main" id="{D766513C-0AA3-C2EC-8EDC-74FF68B480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 Levels of RFC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35313FD-473F-8E3C-442A-E361BA33C360}"/>
              </a:ext>
            </a:extLst>
          </p:cNvPr>
          <p:cNvSpPr txBox="1"/>
          <p:nvPr/>
        </p:nvSpPr>
        <p:spPr>
          <a:xfrm>
            <a:off x="724128" y="831004"/>
            <a:ext cx="8580210" cy="5423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Five Requirement Level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Required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Must be implemented to achieve minimum conformance. (IP, ICMP)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Recommended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a must but recommended as it is useful (FTP, TELNET)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Elective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required and not recommended. (TFTP)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Use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in limited situation (all experimental RFCs)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Recommended</a:t>
            </a:r>
          </a:p>
          <a:p>
            <a:pPr lvl="1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inappropriate for general use (historic (deprecated) RFC)</a:t>
            </a:r>
          </a:p>
        </p:txBody>
      </p:sp>
    </p:spTree>
    <p:extLst>
      <p:ext uri="{BB962C8B-B14F-4D97-AF65-F5344CB8AC3E}">
        <p14:creationId xmlns:p14="http://schemas.microsoft.com/office/powerpoint/2010/main" val="181379304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690" name="Rectangle 2">
            <a:extLst>
              <a:ext uri="{FF2B5EF4-FFF2-40B4-BE49-F238E27FC236}">
                <a16:creationId xmlns:a16="http://schemas.microsoft.com/office/drawing/2014/main" id="{208D5CCA-5B8F-BCAD-8280-B14CE59C2C3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Standards Organizations</a:t>
            </a:r>
          </a:p>
        </p:txBody>
      </p:sp>
      <p:sp>
        <p:nvSpPr>
          <p:cNvPr id="242691" name="Rectangle 3">
            <a:extLst>
              <a:ext uri="{FF2B5EF4-FFF2-40B4-BE49-F238E27FC236}">
                <a16:creationId xmlns:a16="http://schemas.microsoft.com/office/drawing/2014/main" id="{539572F6-9851-7EB8-2EDD-5A340D4A160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60000"/>
              </a:lnSpc>
            </a:pPr>
            <a:r>
              <a:rPr lang="en-US" altLang="ko-KR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Standard Creation Committees</a:t>
            </a:r>
          </a:p>
          <a:p>
            <a:pPr lvl="1">
              <a:lnSpc>
                <a:spcPct val="160000"/>
              </a:lnSpc>
              <a:buFont typeface="Wingdings" pitchFamily="2" charset="2"/>
              <a:buChar char="v"/>
            </a:pPr>
            <a:r>
              <a:rPr lang="en-US" altLang="ko-KR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ISO (The International Standard Organization)</a:t>
            </a:r>
          </a:p>
          <a:p>
            <a:pPr lvl="2">
              <a:lnSpc>
                <a:spcPct val="160000"/>
              </a:lnSpc>
              <a:buFont typeface="Wingdings" pitchFamily="2" charset="2"/>
              <a:buChar char="l"/>
            </a:pPr>
            <a:r>
              <a:rPr lang="en-US" altLang="ko-KR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in 1947</a:t>
            </a:r>
          </a:p>
          <a:p>
            <a:pPr lvl="2">
              <a:lnSpc>
                <a:spcPct val="160000"/>
              </a:lnSpc>
              <a:buFont typeface="Wingdings" pitchFamily="2" charset="2"/>
              <a:buChar char="l"/>
            </a:pPr>
            <a:r>
              <a:rPr lang="en-US" altLang="ko-KR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 national body</a:t>
            </a:r>
          </a:p>
          <a:p>
            <a:pPr lvl="2">
              <a:lnSpc>
                <a:spcPct val="160000"/>
              </a:lnSpc>
              <a:buFont typeface="Wingdings" pitchFamily="2" charset="2"/>
              <a:buChar char="l"/>
            </a:pPr>
            <a:r>
              <a:rPr lang="en-US" altLang="ko-KR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an organization dedicated to worldwide agreement on international standards in a variety of fields (scientific, technological, economic activity)</a:t>
            </a:r>
            <a:endParaRPr lang="en-US" altLang="ko-KR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714" name="Rectangle 2">
            <a:extLst>
              <a:ext uri="{FF2B5EF4-FFF2-40B4-BE49-F238E27FC236}">
                <a16:creationId xmlns:a16="http://schemas.microsoft.com/office/drawing/2014/main" id="{CB9513AE-C82E-E443-45F7-1ED77E30D6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Standards Organizations (cont’d)</a:t>
            </a:r>
          </a:p>
        </p:txBody>
      </p:sp>
      <p:sp>
        <p:nvSpPr>
          <p:cNvPr id="243715" name="Rectangle 3">
            <a:extLst>
              <a:ext uri="{FF2B5EF4-FFF2-40B4-BE49-F238E27FC236}">
                <a16:creationId xmlns:a16="http://schemas.microsoft.com/office/drawing/2014/main" id="{9809A5CB-0597-0CA3-831D-B040D4B3EBF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>
              <a:lnSpc>
                <a:spcPct val="170000"/>
              </a:lnSpc>
              <a:buFont typeface="Wingdings" pitchFamily="2" charset="2"/>
              <a:buChar char="v"/>
            </a:pPr>
            <a:r>
              <a:rPr lang="en-US" altLang="ko-KR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ITU-T</a:t>
            </a:r>
            <a:r>
              <a:rPr lang="en-US" altLang="ko-KR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(International Telecommunications Union - Telecommunications Standards Sector)</a:t>
            </a:r>
          </a:p>
          <a:p>
            <a:pPr lvl="2">
              <a:lnSpc>
                <a:spcPct val="170000"/>
              </a:lnSpc>
              <a:buFont typeface="Wingdings" pitchFamily="2" charset="2"/>
              <a:buChar char="l"/>
            </a:pPr>
            <a:r>
              <a:rPr lang="en-US" altLang="ko-KR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an international standards organization related to the United Nations that develops standards for telecommunications.</a:t>
            </a:r>
          </a:p>
          <a:p>
            <a:pPr lvl="2">
              <a:lnSpc>
                <a:spcPct val="170000"/>
              </a:lnSpc>
              <a:buFont typeface="Wingdings" pitchFamily="2" charset="2"/>
              <a:buChar char="l"/>
            </a:pPr>
            <a:r>
              <a:rPr lang="en-US" altLang="ko-KR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popular standards developed by ITU-T are the V series (data transmission over phone lines) and the X series (transmission over public digital networks)</a:t>
            </a:r>
          </a:p>
          <a:p>
            <a:endParaRPr lang="en-US" altLang="ko-KR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738" name="Rectangle 2">
            <a:extLst>
              <a:ext uri="{FF2B5EF4-FFF2-40B4-BE49-F238E27FC236}">
                <a16:creationId xmlns:a16="http://schemas.microsoft.com/office/drawing/2014/main" id="{BC2BA254-16BD-0BCD-3673-F3EB75BC11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Standards Organizations (cont’d)</a:t>
            </a:r>
          </a:p>
        </p:txBody>
      </p:sp>
      <p:sp>
        <p:nvSpPr>
          <p:cNvPr id="244739" name="Rectangle 3">
            <a:extLst>
              <a:ext uri="{FF2B5EF4-FFF2-40B4-BE49-F238E27FC236}">
                <a16:creationId xmlns:a16="http://schemas.microsoft.com/office/drawing/2014/main" id="{4A71BC91-4F1B-3748-22AD-78D0ACBAECB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>
              <a:buFont typeface="Wingdings" pitchFamily="2" charset="2"/>
              <a:buChar char="v"/>
            </a:pPr>
            <a:r>
              <a:rPr lang="en-US" altLang="ko-KR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ANSI</a:t>
            </a:r>
            <a:r>
              <a:rPr lang="en-US" altLang="ko-KR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(American National Standard Institute)</a:t>
            </a:r>
          </a:p>
          <a:p>
            <a:pPr lvl="2">
              <a:buFont typeface="Wingdings" pitchFamily="2" charset="2"/>
              <a:buChar char="l"/>
            </a:pPr>
            <a:r>
              <a:rPr lang="en-US" altLang="ko-KR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 nonprofit organization and is the U.S. voting representative to be both the ISO and the ITU-T</a:t>
            </a:r>
          </a:p>
          <a:p>
            <a:pPr lvl="2">
              <a:buFont typeface="Monotype Sorts" pitchFamily="2" charset="2"/>
              <a:buNone/>
            </a:pPr>
            <a:endParaRPr lang="en-US" altLang="ko-KR" sz="20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itchFamily="2" charset="2"/>
              <a:buBlip>
                <a:blip r:embed="rId2"/>
              </a:buBlip>
            </a:pPr>
            <a:r>
              <a:rPr lang="en-US" altLang="ko-KR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IEEE </a:t>
            </a:r>
            <a:r>
              <a:rPr lang="en-US" altLang="ko-KR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(Institute of Electrical and Electronic Engineers)</a:t>
            </a:r>
          </a:p>
          <a:p>
            <a:pPr lvl="2">
              <a:buFont typeface="Wingdings" pitchFamily="2" charset="2"/>
              <a:buChar char="l"/>
            </a:pPr>
            <a:r>
              <a:rPr lang="en-US" altLang="ko-KR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the largest national professional group involved in developing standards for computing, communication, electrical engineering, and electronics)</a:t>
            </a:r>
          </a:p>
          <a:p>
            <a:pPr lvl="2">
              <a:buFont typeface="Monotype Sorts" pitchFamily="2" charset="2"/>
              <a:buNone/>
            </a:pPr>
            <a:endParaRPr lang="en-US" altLang="ko-KR" sz="20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itchFamily="2" charset="2"/>
              <a:buBlip>
                <a:blip r:embed="rId2"/>
              </a:buBlip>
            </a:pPr>
            <a:r>
              <a:rPr lang="en-US" altLang="ko-KR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EIA </a:t>
            </a:r>
            <a:r>
              <a:rPr lang="en-US" altLang="ko-KR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(Electronic Industries Association)</a:t>
            </a:r>
          </a:p>
          <a:p>
            <a:pPr lvl="2">
              <a:buFont typeface="Wingdings" pitchFamily="2" charset="2"/>
              <a:buChar char="l"/>
            </a:pPr>
            <a:r>
              <a:rPr lang="en-US" altLang="ko-KR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an association of electronics manufactures in the United States. (EIA-232-D, EIA-530 standards)</a:t>
            </a:r>
          </a:p>
          <a:p>
            <a:pPr lvl="1">
              <a:buFont typeface="Monotype Sorts" pitchFamily="2" charset="2"/>
              <a:buNone/>
            </a:pPr>
            <a:endParaRPr lang="en-US" altLang="ko-KR" sz="20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62" name="Rectangle 2">
            <a:extLst>
              <a:ext uri="{FF2B5EF4-FFF2-40B4-BE49-F238E27FC236}">
                <a16:creationId xmlns:a16="http://schemas.microsoft.com/office/drawing/2014/main" id="{B5695C04-7737-5072-1791-4FD30FE71F0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Standards Organizations (cont’d)</a:t>
            </a:r>
          </a:p>
        </p:txBody>
      </p:sp>
      <p:sp>
        <p:nvSpPr>
          <p:cNvPr id="245763" name="Rectangle 3">
            <a:extLst>
              <a:ext uri="{FF2B5EF4-FFF2-40B4-BE49-F238E27FC236}">
                <a16:creationId xmlns:a16="http://schemas.microsoft.com/office/drawing/2014/main" id="{76780706-691B-2578-D2C2-5BE04BA3BB6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58813" y="762000"/>
            <a:ext cx="8588375" cy="5334000"/>
          </a:xfrm>
        </p:spPr>
        <p:txBody>
          <a:bodyPr/>
          <a:lstStyle/>
          <a:p>
            <a:r>
              <a:rPr lang="en-US" altLang="ko-KR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Forums</a:t>
            </a:r>
          </a:p>
          <a:p>
            <a:pPr lvl="1">
              <a:lnSpc>
                <a:spcPct val="120000"/>
              </a:lnSpc>
              <a:buSzTx/>
              <a:buFont typeface="Wingdings" pitchFamily="2" charset="2"/>
              <a:buChar char="v"/>
            </a:pPr>
            <a:r>
              <a:rPr lang="en-US" altLang="ko-KR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consist of representatives from corporation that test, evaluate and standardize new technologies.</a:t>
            </a:r>
          </a:p>
          <a:p>
            <a:pPr lvl="1">
              <a:lnSpc>
                <a:spcPct val="120000"/>
              </a:lnSpc>
              <a:buSzTx/>
              <a:buFont typeface="Wingdings" pitchFamily="2" charset="2"/>
              <a:buChar char="v"/>
            </a:pPr>
            <a:r>
              <a:rPr lang="en-US" altLang="ko-KR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Frame Relay Forum</a:t>
            </a:r>
          </a:p>
          <a:p>
            <a:pPr lvl="1">
              <a:lnSpc>
                <a:spcPct val="120000"/>
              </a:lnSpc>
              <a:buSzTx/>
              <a:buFont typeface="Wingdings" pitchFamily="2" charset="2"/>
              <a:buChar char="v"/>
            </a:pPr>
            <a:r>
              <a:rPr lang="en-US" altLang="ko-KR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ATM Forum and ATM consortium</a:t>
            </a:r>
          </a:p>
          <a:p>
            <a:pPr lvl="2">
              <a:lnSpc>
                <a:spcPct val="120000"/>
              </a:lnSpc>
              <a:buFont typeface="Monotype Sorts" pitchFamily="2" charset="2"/>
              <a:buNone/>
            </a:pPr>
            <a:endParaRPr lang="en-US" altLang="ko-KR" sz="20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ko-KR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Regulatory agencies</a:t>
            </a:r>
          </a:p>
          <a:p>
            <a:pPr lvl="1">
              <a:lnSpc>
                <a:spcPct val="120000"/>
              </a:lnSpc>
              <a:buFont typeface="Wingdings" pitchFamily="2" charset="2"/>
              <a:buChar char="v"/>
            </a:pPr>
            <a:r>
              <a:rPr lang="en-US" altLang="ko-KR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FCC (Federal Communications Commission)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786" name="Rectangle 2">
            <a:extLst>
              <a:ext uri="{FF2B5EF4-FFF2-40B4-BE49-F238E27FC236}">
                <a16:creationId xmlns:a16="http://schemas.microsoft.com/office/drawing/2014/main" id="{E9C84A0C-A163-10C6-9CC9-C5BAEB1A3DF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Internet Standards</a:t>
            </a:r>
          </a:p>
        </p:txBody>
      </p:sp>
      <p:sp>
        <p:nvSpPr>
          <p:cNvPr id="246787" name="Rectangle 3">
            <a:extLst>
              <a:ext uri="{FF2B5EF4-FFF2-40B4-BE49-F238E27FC236}">
                <a16:creationId xmlns:a16="http://schemas.microsoft.com/office/drawing/2014/main" id="{A90CD6C2-F2B5-56D9-BDD7-C21BDF7741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Internet standard</a:t>
            </a:r>
            <a:r>
              <a:rPr lang="en-US" altLang="ko-KR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IETF (Internet Engineering Task Force)</a:t>
            </a:r>
            <a:endParaRPr lang="en-US" altLang="ko-KR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itchFamily="2" charset="2"/>
              <a:buChar char="v"/>
            </a:pPr>
            <a:r>
              <a:rPr lang="en-US" altLang="ko-KR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thoroughly tested specification that is useful to and adhered by those who work with the Internet</a:t>
            </a:r>
          </a:p>
          <a:p>
            <a:pPr lvl="1">
              <a:buFont typeface="Wingdings" pitchFamily="2" charset="2"/>
              <a:buBlip>
                <a:blip r:embed="rId2"/>
              </a:buBlip>
            </a:pPr>
            <a:endParaRPr lang="en-US" altLang="ko-KR" sz="20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ko-KR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specification begins as an Internet draft</a:t>
            </a:r>
          </a:p>
          <a:p>
            <a:pPr lvl="1">
              <a:buFont typeface="Wingdings" pitchFamily="2" charset="2"/>
              <a:buChar char="v"/>
            </a:pPr>
            <a:r>
              <a:rPr lang="en-US" altLang="ko-KR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Working document with no official status and six-month life-time</a:t>
            </a:r>
          </a:p>
          <a:p>
            <a:pPr lvl="1">
              <a:buFont typeface="Wingdings" pitchFamily="2" charset="2"/>
              <a:buBlip>
                <a:blip r:embed="rId2"/>
              </a:buBlip>
            </a:pPr>
            <a:endParaRPr lang="en-US" altLang="ko-KR" sz="20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ko-KR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RFC (Request for Comment) Recommendation from Internet authorities</a:t>
            </a:r>
          </a:p>
          <a:p>
            <a:endParaRPr lang="en-US" altLang="ko-KR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2">
            <a:extLst>
              <a:ext uri="{FF2B5EF4-FFF2-40B4-BE49-F238E27FC236}">
                <a16:creationId xmlns:a16="http://schemas.microsoft.com/office/drawing/2014/main" id="{9C1865B0-0EB7-04B9-2DC7-779C1CC854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Standards (cont’d)</a:t>
            </a:r>
          </a:p>
        </p:txBody>
      </p:sp>
      <p:sp>
        <p:nvSpPr>
          <p:cNvPr id="174083" name="Rectangle 3">
            <a:extLst>
              <a:ext uri="{FF2B5EF4-FFF2-40B4-BE49-F238E27FC236}">
                <a16:creationId xmlns:a16="http://schemas.microsoft.com/office/drawing/2014/main" id="{B1D54D9A-1DD0-D71C-DB43-C1B51CBA685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73100" y="787400"/>
            <a:ext cx="8588375" cy="5334000"/>
          </a:xfrm>
        </p:spPr>
        <p:txBody>
          <a:bodyPr/>
          <a:lstStyle/>
          <a:p>
            <a:r>
              <a:rPr lang="en-US" altLang="ko-KR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law standard</a:t>
            </a:r>
          </a:p>
          <a:p>
            <a:pPr lvl="1">
              <a:lnSpc>
                <a:spcPct val="120000"/>
              </a:lnSpc>
              <a:buFont typeface="Monotype Sorts" pitchFamily="2" charset="2"/>
              <a:buNone/>
            </a:pPr>
            <a:r>
              <a:rPr lang="en-US" altLang="ko-KR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~ are those that have been legislated by an officially recognized body.</a:t>
            </a:r>
          </a:p>
          <a:p>
            <a:r>
              <a:rPr lang="en-US" altLang="ko-KR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fact standard</a:t>
            </a:r>
          </a:p>
          <a:p>
            <a:pPr lvl="1">
              <a:lnSpc>
                <a:spcPct val="120000"/>
              </a:lnSpc>
              <a:buFont typeface="Monotype Sorts" pitchFamily="2" charset="2"/>
              <a:buNone/>
            </a:pPr>
            <a:r>
              <a:rPr lang="en-US" altLang="ko-KR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~ are often established originally by manufactures seeking to define the functionality of a new product or technology.</a:t>
            </a:r>
          </a:p>
          <a:p>
            <a:pPr lvl="1">
              <a:lnSpc>
                <a:spcPct val="120000"/>
              </a:lnSpc>
              <a:buFont typeface="Wingdings" pitchFamily="2" charset="2"/>
              <a:buChar char="v"/>
            </a:pPr>
            <a:r>
              <a:rPr lang="en-US" altLang="ko-KR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proprietary (closed)</a:t>
            </a:r>
          </a:p>
          <a:p>
            <a:pPr lvl="2">
              <a:lnSpc>
                <a:spcPct val="120000"/>
              </a:lnSpc>
              <a:buFont typeface="Monotype Sorts" pitchFamily="2" charset="2"/>
              <a:buNone/>
            </a:pPr>
            <a:r>
              <a:rPr lang="en-US" altLang="ko-KR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~ are those originally invented by a commercial organization as a basis for the operation of its products.</a:t>
            </a:r>
          </a:p>
          <a:p>
            <a:pPr lvl="1">
              <a:lnSpc>
                <a:spcPct val="120000"/>
              </a:lnSpc>
              <a:buFont typeface="Wingdings" pitchFamily="2" charset="2"/>
              <a:buChar char="v"/>
            </a:pPr>
            <a:r>
              <a:rPr lang="en-US" altLang="ko-KR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nonproprietary (open)</a:t>
            </a:r>
          </a:p>
          <a:p>
            <a:pPr lvl="2">
              <a:lnSpc>
                <a:spcPct val="120000"/>
              </a:lnSpc>
              <a:buFont typeface="Monotype Sorts" pitchFamily="2" charset="2"/>
              <a:buNone/>
            </a:pPr>
            <a:r>
              <a:rPr lang="en-US" altLang="ko-KR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~ are those originally developed by group or committees that have passed them into the public domain.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>
            <a:extLst>
              <a:ext uri="{FF2B5EF4-FFF2-40B4-BE49-F238E27FC236}">
                <a16:creationId xmlns:a16="http://schemas.microsoft.com/office/drawing/2014/main" id="{C99D3383-FF12-E0E0-8738-0F5B91D2EE1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Summary (1)</a:t>
            </a:r>
          </a:p>
        </p:txBody>
      </p:sp>
      <p:sp>
        <p:nvSpPr>
          <p:cNvPr id="278531" name="Rectangle 3">
            <a:extLst>
              <a:ext uri="{FF2B5EF4-FFF2-40B4-BE49-F238E27FC236}">
                <a16:creationId xmlns:a16="http://schemas.microsoft.com/office/drawing/2014/main" id="{18F0CB00-E243-4DB8-3D7B-9AC20B9279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10000"/>
              </a:lnSpc>
            </a:pPr>
            <a:r>
              <a:rPr lang="en-US" altLang="ko-KR" sz="1800" b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communications</a:t>
            </a:r>
            <a:r>
              <a:rPr lang="en-US" altLang="ko-KR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the transfer of data from one device to another via some form of transmission medium.</a:t>
            </a:r>
          </a:p>
          <a:p>
            <a:pPr>
              <a:lnSpc>
                <a:spcPct val="110000"/>
              </a:lnSpc>
            </a:pPr>
            <a:r>
              <a:rPr lang="en-US" altLang="ko-KR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data communications system must transmit data to the correct destination in an accurate and timely manner.</a:t>
            </a:r>
          </a:p>
          <a:p>
            <a:pPr>
              <a:lnSpc>
                <a:spcPct val="110000"/>
              </a:lnSpc>
            </a:pPr>
            <a:r>
              <a:rPr lang="en-US" altLang="ko-KR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five components that make up a data communications system are the message, sender, receiver, medium, and protocol.</a:t>
            </a:r>
          </a:p>
          <a:p>
            <a:pPr>
              <a:lnSpc>
                <a:spcPct val="110000"/>
              </a:lnSpc>
            </a:pPr>
            <a:r>
              <a:rPr lang="en-US" altLang="ko-KR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Text, numbers, images, audio, and video are different forms of information.</a:t>
            </a:r>
          </a:p>
          <a:p>
            <a:pPr>
              <a:lnSpc>
                <a:spcPct val="110000"/>
              </a:lnSpc>
            </a:pPr>
            <a:r>
              <a:rPr lang="en-US" altLang="ko-KR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flow between two devices can occur in one of three ways: </a:t>
            </a:r>
            <a:r>
              <a:rPr lang="en-US" altLang="ko-KR" sz="1800" b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simplex, half-duplex, or full-duplex.</a:t>
            </a:r>
          </a:p>
          <a:p>
            <a:pPr>
              <a:lnSpc>
                <a:spcPct val="110000"/>
              </a:lnSpc>
            </a:pPr>
            <a:r>
              <a:rPr lang="en-US" altLang="ko-KR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ko-KR" sz="1800" b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network</a:t>
            </a:r>
            <a:r>
              <a:rPr lang="en-US" altLang="ko-KR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</a:t>
            </a:r>
            <a:r>
              <a:rPr lang="en-US" altLang="ko-KR" sz="1800" b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set of communication devices connected by media links</a:t>
            </a:r>
            <a:r>
              <a:rPr lang="en-US" altLang="ko-KR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10000"/>
              </a:lnSpc>
            </a:pPr>
            <a:r>
              <a:rPr lang="en-US" altLang="ko-KR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a point-to-point connection, two and only two devices are connected by a dedicated link. In a multipoint connection, three or more devices share a link.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554" name="Rectangle 2">
            <a:extLst>
              <a:ext uri="{FF2B5EF4-FFF2-40B4-BE49-F238E27FC236}">
                <a16:creationId xmlns:a16="http://schemas.microsoft.com/office/drawing/2014/main" id="{A2B3097F-C680-41D5-BF6C-EACF621310F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Summary (2)</a:t>
            </a:r>
          </a:p>
        </p:txBody>
      </p:sp>
      <p:sp>
        <p:nvSpPr>
          <p:cNvPr id="279555" name="Rectangle 3">
            <a:extLst>
              <a:ext uri="{FF2B5EF4-FFF2-40B4-BE49-F238E27FC236}">
                <a16:creationId xmlns:a16="http://schemas.microsoft.com/office/drawing/2014/main" id="{EA2721BD-ACD7-71E6-E06E-3E6BB9EE542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04850" y="742950"/>
            <a:ext cx="8804275" cy="6115050"/>
          </a:xfrm>
        </p:spPr>
        <p:txBody>
          <a:bodyPr/>
          <a:lstStyle/>
          <a:p>
            <a:r>
              <a:rPr lang="en-US" altLang="ko-KR" b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Topology</a:t>
            </a:r>
            <a:r>
              <a:rPr lang="en-US" altLang="ko-KR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refers to the physical or logical arrangement of a network. Devices may be arranged in </a:t>
            </a:r>
            <a:r>
              <a:rPr lang="en-US" altLang="ko-KR" b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mesh, star, bus, or ring</a:t>
            </a:r>
            <a:r>
              <a:rPr lang="en-US" altLang="ko-KR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topology.</a:t>
            </a:r>
          </a:p>
          <a:p>
            <a:r>
              <a:rPr lang="en-US" altLang="ko-KR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network can be categorized as a local area network or a wide area network.</a:t>
            </a:r>
          </a:p>
          <a:p>
            <a:r>
              <a:rPr lang="en-US" altLang="ko-KR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LAN is a data communication system within a building, plant, or campus, or between nearby buildings.</a:t>
            </a:r>
          </a:p>
          <a:p>
            <a:r>
              <a:rPr lang="en-US" altLang="ko-KR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WAN is a data communication system spanning state, countries, or the whole world.</a:t>
            </a:r>
          </a:p>
          <a:p>
            <a:r>
              <a:rPr lang="en-US" altLang="ko-KR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internet is a network of networks.</a:t>
            </a:r>
          </a:p>
          <a:p>
            <a:r>
              <a:rPr lang="en-US" altLang="ko-KR" b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Internet is a collection of many separate networks</a:t>
            </a:r>
            <a:r>
              <a:rPr lang="en-US" altLang="ko-KR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altLang="ko-KR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local, regional, national, and international Internet service providers.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578" name="Rectangle 2">
            <a:extLst>
              <a:ext uri="{FF2B5EF4-FFF2-40B4-BE49-F238E27FC236}">
                <a16:creationId xmlns:a16="http://schemas.microsoft.com/office/drawing/2014/main" id="{8CFD9339-EE42-D907-C68A-44D1D488EA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Summary (3)</a:t>
            </a:r>
          </a:p>
        </p:txBody>
      </p:sp>
      <p:sp>
        <p:nvSpPr>
          <p:cNvPr id="280579" name="Rectangle 3">
            <a:extLst>
              <a:ext uri="{FF2B5EF4-FFF2-40B4-BE49-F238E27FC236}">
                <a16:creationId xmlns:a16="http://schemas.microsoft.com/office/drawing/2014/main" id="{6856ABEB-30BD-927B-0819-226019D6434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protocol is a set of rules that govern data communication; the key elements of a protocol are syntax, semantics, and timing.</a:t>
            </a:r>
          </a:p>
          <a:p>
            <a:r>
              <a:rPr lang="en-US" altLang="ko-KR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Standards are necessary to ensure that products from different manufacturers can work together as expected.</a:t>
            </a:r>
          </a:p>
          <a:p>
            <a:r>
              <a:rPr lang="en-US" altLang="ko-KR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ISO, ITU-T, ANSI, IEEE, and EIA are some of the organizations involved in standards creation.</a:t>
            </a:r>
          </a:p>
          <a:p>
            <a:r>
              <a:rPr lang="en-US" altLang="ko-KR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Forums are special-interest groups that quickly evaluate and standardize new technologies.</a:t>
            </a:r>
          </a:p>
          <a:p>
            <a:r>
              <a:rPr lang="en-US" altLang="ko-KR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Request for Comment (RFC) is an idea or concept that is a precursor to an Internet standard.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82" name="Rectangle 2">
            <a:extLst>
              <a:ext uri="{FF2B5EF4-FFF2-40B4-BE49-F238E27FC236}">
                <a16:creationId xmlns:a16="http://schemas.microsoft.com/office/drawing/2014/main" id="{11DCE3AF-0184-E32F-8C8A-C69E5413270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Q &amp; A</a:t>
            </a:r>
          </a:p>
        </p:txBody>
      </p:sp>
      <p:pic>
        <p:nvPicPr>
          <p:cNvPr id="276484" name="Picture 4">
            <a:extLst>
              <a:ext uri="{FF2B5EF4-FFF2-40B4-BE49-F238E27FC236}">
                <a16:creationId xmlns:a16="http://schemas.microsoft.com/office/drawing/2014/main" id="{3AC85726-B0B0-FEAB-93C2-C28D81453570}"/>
              </a:ext>
            </a:extLst>
          </p:cNvPr>
          <p:cNvPicPr>
            <a:picLocks noGrp="1" noChangeAspect="1" noChangeArrowheads="1" noCrop="1"/>
          </p:cNvPicPr>
          <p:nvPr>
            <p:ph type="body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368675" y="1557338"/>
            <a:ext cx="3795713" cy="41751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기본 디자인">
  <a:themeElements>
    <a:clrScheme name="">
      <a:dk1>
        <a:srgbClr val="000000"/>
      </a:dk1>
      <a:lt1>
        <a:srgbClr val="FAFD00"/>
      </a:lt1>
      <a:dk2>
        <a:srgbClr val="063DE8"/>
      </a:dk2>
      <a:lt2>
        <a:srgbClr val="FAFD00"/>
      </a:lt2>
      <a:accent1>
        <a:srgbClr val="C2840F"/>
      </a:accent1>
      <a:accent2>
        <a:srgbClr val="FDE3BA"/>
      </a:accent2>
      <a:accent3>
        <a:srgbClr val="AAAFF2"/>
      </a:accent3>
      <a:accent4>
        <a:srgbClr val="D6D800"/>
      </a:accent4>
      <a:accent5>
        <a:srgbClr val="DDC2AA"/>
      </a:accent5>
      <a:accent6>
        <a:srgbClr val="E5CEA8"/>
      </a:accent6>
      <a:hlink>
        <a:srgbClr val="F57B49"/>
      </a:hlink>
      <a:folHlink>
        <a:srgbClr val="618FFD"/>
      </a:folHlink>
    </a:clrScheme>
    <a:fontScheme name="기본 디자인">
      <a:majorFont>
        <a:latin typeface="Arial"/>
        <a:ea typeface="돋움"/>
        <a:cs typeface=""/>
      </a:majorFont>
      <a:minorFont>
        <a:latin typeface="Arial"/>
        <a:ea typeface="돋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000000"/>
            </a:gs>
            <a:gs pos="100000">
              <a:srgbClr val="000000">
                <a:gamma/>
                <a:shade val="89804"/>
                <a:invGamma/>
              </a:srgbClr>
            </a:gs>
          </a:gsLst>
          <a:lin ang="5400000" scaled="1"/>
        </a:gra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600" b="0" i="0" u="none" strike="noStrike" cap="none" normalizeH="0" baseline="0" smtClean="0">
            <a:ln>
              <a:noFill/>
            </a:ln>
            <a:solidFill>
              <a:schemeClr val="bg2"/>
            </a:solidFill>
            <a:effectLst/>
            <a:latin typeface="Arial" panose="020B0604020202020204" pitchFamily="34" charset="0"/>
            <a:ea typeface="돋움" panose="020B0600000101010101" pitchFamily="34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000000"/>
            </a:gs>
            <a:gs pos="100000">
              <a:srgbClr val="000000">
                <a:gamma/>
                <a:shade val="89804"/>
                <a:invGamma/>
              </a:srgbClr>
            </a:gs>
          </a:gsLst>
          <a:lin ang="5400000" scaled="1"/>
        </a:gra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600" b="0" i="0" u="none" strike="noStrike" cap="none" normalizeH="0" baseline="0" smtClean="0">
            <a:ln>
              <a:noFill/>
            </a:ln>
            <a:solidFill>
              <a:schemeClr val="bg2"/>
            </a:solidFill>
            <a:effectLst/>
            <a:latin typeface="Arial" panose="020B0604020202020204" pitchFamily="34" charset="0"/>
            <a:ea typeface="돋움" panose="020B0600000101010101" pitchFamily="34" charset="-127"/>
          </a:defRPr>
        </a:defPPr>
      </a:lst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19020</TotalTime>
  <Words>2591</Words>
  <Application>Microsoft Macintosh PowerPoint</Application>
  <PresentationFormat>A4 Paper (210x297 mm)</PresentationFormat>
  <Paragraphs>315</Paragraphs>
  <Slides>54</Slides>
  <Notes>11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62" baseType="lpstr">
      <vt:lpstr>Arial</vt:lpstr>
      <vt:lpstr>Book Antiqua</vt:lpstr>
      <vt:lpstr>Monotype Sorts</vt:lpstr>
      <vt:lpstr>Times</vt:lpstr>
      <vt:lpstr>Times New Roman</vt:lpstr>
      <vt:lpstr>Wingdings</vt:lpstr>
      <vt:lpstr>기본 디자인</vt:lpstr>
      <vt:lpstr>Photo Editor 사진</vt:lpstr>
      <vt:lpstr>PowerPoint Presentation</vt:lpstr>
      <vt:lpstr>PowerPoint Presentation</vt:lpstr>
      <vt:lpstr>Fundamental Characteristics </vt:lpstr>
      <vt:lpstr>Data communications system components</vt:lpstr>
      <vt:lpstr>Data communication system components (cont’d)</vt:lpstr>
      <vt:lpstr>Data communication system components (cont’d)</vt:lpstr>
      <vt:lpstr>Data Representation</vt:lpstr>
      <vt:lpstr>PowerPoint Presentation</vt:lpstr>
      <vt:lpstr>Direction of Data Flow (cont’d)</vt:lpstr>
      <vt:lpstr>PowerPoint Presentation</vt:lpstr>
      <vt:lpstr>Network Criteria</vt:lpstr>
      <vt:lpstr>Performance </vt:lpstr>
      <vt:lpstr>Reliability </vt:lpstr>
      <vt:lpstr>Security </vt:lpstr>
      <vt:lpstr>Physical Structures</vt:lpstr>
      <vt:lpstr>PowerPoint Presentation</vt:lpstr>
      <vt:lpstr>Physical Topology</vt:lpstr>
      <vt:lpstr>Mesh Topology</vt:lpstr>
      <vt:lpstr>Mesh Topology (cont’d)</vt:lpstr>
      <vt:lpstr>Mesh Topology (cont’d)</vt:lpstr>
      <vt:lpstr>Mesh Topology (cont’d)</vt:lpstr>
      <vt:lpstr>Star Topology</vt:lpstr>
      <vt:lpstr>Star Topology (cont’d)</vt:lpstr>
      <vt:lpstr>Bus Topology</vt:lpstr>
      <vt:lpstr>Bus Topology (cont’d)</vt:lpstr>
      <vt:lpstr>Ring Topology</vt:lpstr>
      <vt:lpstr>Hybrid Topology</vt:lpstr>
      <vt:lpstr>Categories of Networks</vt:lpstr>
      <vt:lpstr>PowerPoint Presentation</vt:lpstr>
      <vt:lpstr>Local Area Networks (LAN) (Cont’d)</vt:lpstr>
      <vt:lpstr>Metropolitan Area  Network (MAN)</vt:lpstr>
      <vt:lpstr>Wide Area networks (WAN)</vt:lpstr>
      <vt:lpstr>PowerPoint Presentation</vt:lpstr>
      <vt:lpstr>PowerPoint Presentation</vt:lpstr>
      <vt:lpstr>PowerPoint Presentation</vt:lpstr>
      <vt:lpstr> Internet</vt:lpstr>
      <vt:lpstr>Internet Today</vt:lpstr>
      <vt:lpstr>PowerPoint Presentation</vt:lpstr>
      <vt:lpstr>PowerPoint Presentation</vt:lpstr>
      <vt:lpstr> Protocols and Standard</vt:lpstr>
      <vt:lpstr>Protocol &amp; Standards (cont’d)</vt:lpstr>
      <vt:lpstr>Standards</vt:lpstr>
      <vt:lpstr>Internet Standard</vt:lpstr>
      <vt:lpstr>Requirement Levels of RFC</vt:lpstr>
      <vt:lpstr>Standards Organizations</vt:lpstr>
      <vt:lpstr>Standards Organizations (cont’d)</vt:lpstr>
      <vt:lpstr>Standards Organizations (cont’d)</vt:lpstr>
      <vt:lpstr>Standards Organizations (cont’d)</vt:lpstr>
      <vt:lpstr>Internet Standards</vt:lpstr>
      <vt:lpstr>Standards (cont’d)</vt:lpstr>
      <vt:lpstr>Summary (1)</vt:lpstr>
      <vt:lpstr>Summary (2)</vt:lpstr>
      <vt:lpstr>Summary (3)</vt:lpstr>
      <vt:lpstr>Q &amp; 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</dc:title>
  <dc:creator/>
  <cp:lastModifiedBy>Faisal Hussain, Lecturer, CSE</cp:lastModifiedBy>
  <cp:revision>1876</cp:revision>
  <cp:lastPrinted>1997-08-11T01:53:28Z</cp:lastPrinted>
  <dcterms:created xsi:type="dcterms:W3CDTF">1996-02-22T14:16:32Z</dcterms:created>
  <dcterms:modified xsi:type="dcterms:W3CDTF">2025-05-11T19:21:59Z</dcterms:modified>
</cp:coreProperties>
</file>