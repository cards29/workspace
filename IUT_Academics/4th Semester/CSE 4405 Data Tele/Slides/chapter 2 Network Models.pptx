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compatMode="1" saveSubsetFonts="1" autoCompressPictures="0">
  <p:sldMasterIdLst>
    <p:sldMasterId id="2147483651" r:id="rId1"/>
    <p:sldMasterId id="2147483652" r:id="rId2"/>
  </p:sldMasterIdLst>
  <p:notesMasterIdLst>
    <p:notesMasterId r:id="rId45"/>
  </p:notesMasterIdLst>
  <p:sldIdLst>
    <p:sldId id="633" r:id="rId3"/>
    <p:sldId id="535" r:id="rId4"/>
    <p:sldId id="587" r:id="rId5"/>
    <p:sldId id="629" r:id="rId6"/>
    <p:sldId id="608" r:id="rId7"/>
    <p:sldId id="588" r:id="rId8"/>
    <p:sldId id="589" r:id="rId9"/>
    <p:sldId id="590" r:id="rId10"/>
    <p:sldId id="630" r:id="rId11"/>
    <p:sldId id="591" r:id="rId12"/>
    <p:sldId id="609" r:id="rId13"/>
    <p:sldId id="592" r:id="rId14"/>
    <p:sldId id="610" r:id="rId15"/>
    <p:sldId id="593" r:id="rId16"/>
    <p:sldId id="594" r:id="rId17"/>
    <p:sldId id="611" r:id="rId18"/>
    <p:sldId id="595" r:id="rId19"/>
    <p:sldId id="596" r:id="rId20"/>
    <p:sldId id="612" r:id="rId21"/>
    <p:sldId id="597" r:id="rId22"/>
    <p:sldId id="598" r:id="rId23"/>
    <p:sldId id="623" r:id="rId24"/>
    <p:sldId id="599" r:id="rId25"/>
    <p:sldId id="613" r:id="rId26"/>
    <p:sldId id="600" r:id="rId27"/>
    <p:sldId id="614" r:id="rId28"/>
    <p:sldId id="601" r:id="rId29"/>
    <p:sldId id="631" r:id="rId30"/>
    <p:sldId id="602" r:id="rId31"/>
    <p:sldId id="632" r:id="rId32"/>
    <p:sldId id="603" r:id="rId33"/>
    <p:sldId id="604" r:id="rId34"/>
    <p:sldId id="617" r:id="rId35"/>
    <p:sldId id="605" r:id="rId36"/>
    <p:sldId id="624" r:id="rId37"/>
    <p:sldId id="625" r:id="rId38"/>
    <p:sldId id="606" r:id="rId39"/>
    <p:sldId id="626" r:id="rId40"/>
    <p:sldId id="607" r:id="rId41"/>
    <p:sldId id="628" r:id="rId42"/>
    <p:sldId id="627" r:id="rId43"/>
    <p:sldId id="616" r:id="rId44"/>
  </p:sldIdLst>
  <p:sldSz cx="9144000" cy="6858000" type="screen4x3"/>
  <p:notesSz cx="6858000" cy="9144000"/>
  <p:defaultTextStyle>
    <a:defPPr>
      <a:defRPr lang="en-US"/>
    </a:defPPr>
    <a:lvl1pPr algn="l" rtl="0" eaLnBrk="0" fontAlgn="base" hangingPunct="0">
      <a:spcBef>
        <a:spcPct val="0"/>
      </a:spcBef>
      <a:spcAft>
        <a:spcPct val="0"/>
      </a:spcAft>
      <a:defRPr sz="3200" b="1"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sz="3200" b="1"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sz="3200" b="1"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sz="3200" b="1"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sz="3200" b="1" kern="1200">
        <a:solidFill>
          <a:schemeClr val="tx1"/>
        </a:solidFill>
        <a:latin typeface="Arial" panose="020B0604020202020204" pitchFamily="34" charset="0"/>
        <a:ea typeface="+mn-ea"/>
        <a:cs typeface="+mn-cs"/>
      </a:defRPr>
    </a:lvl5pPr>
    <a:lvl6pPr marL="2286000" algn="l" defTabSz="914400" rtl="0" eaLnBrk="1" latinLnBrk="0" hangingPunct="1">
      <a:defRPr sz="3200" b="1" kern="1200">
        <a:solidFill>
          <a:schemeClr val="tx1"/>
        </a:solidFill>
        <a:latin typeface="Arial" panose="020B0604020202020204" pitchFamily="34" charset="0"/>
        <a:ea typeface="+mn-ea"/>
        <a:cs typeface="+mn-cs"/>
      </a:defRPr>
    </a:lvl6pPr>
    <a:lvl7pPr marL="2743200" algn="l" defTabSz="914400" rtl="0" eaLnBrk="1" latinLnBrk="0" hangingPunct="1">
      <a:defRPr sz="3200" b="1" kern="1200">
        <a:solidFill>
          <a:schemeClr val="tx1"/>
        </a:solidFill>
        <a:latin typeface="Arial" panose="020B0604020202020204" pitchFamily="34" charset="0"/>
        <a:ea typeface="+mn-ea"/>
        <a:cs typeface="+mn-cs"/>
      </a:defRPr>
    </a:lvl7pPr>
    <a:lvl8pPr marL="3200400" algn="l" defTabSz="914400" rtl="0" eaLnBrk="1" latinLnBrk="0" hangingPunct="1">
      <a:defRPr sz="3200" b="1" kern="1200">
        <a:solidFill>
          <a:schemeClr val="tx1"/>
        </a:solidFill>
        <a:latin typeface="Arial" panose="020B0604020202020204" pitchFamily="34" charset="0"/>
        <a:ea typeface="+mn-ea"/>
        <a:cs typeface="+mn-cs"/>
      </a:defRPr>
    </a:lvl8pPr>
    <a:lvl9pPr marL="3657600" algn="l" defTabSz="914400" rtl="0" eaLnBrk="1" latinLnBrk="0" hangingPunct="1">
      <a:defRPr sz="3200" b="1" kern="1200">
        <a:solidFill>
          <a:schemeClr val="tx1"/>
        </a:solidFill>
        <a:latin typeface="Arial" panose="020B0604020202020204" pitchFamily="34"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3490" autoAdjust="0"/>
    <p:restoredTop sz="94661" autoAdjust="0"/>
  </p:normalViewPr>
  <p:slideViewPr>
    <p:cSldViewPr showGuides="1">
      <p:cViewPr varScale="1">
        <p:scale>
          <a:sx n="109" d="100"/>
          <a:sy n="109" d="100"/>
        </p:scale>
        <p:origin x="648" y="19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100" d="100"/>
        <a:sy n="100" d="100"/>
      </p:scale>
      <p:origin x="0" y="7008"/>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slide" Target="slides/slide37.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slide" Target="slides/slide40.xml"/><Relationship Id="rId47" Type="http://schemas.openxmlformats.org/officeDocument/2006/relationships/viewProps" Target="viewProps.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notesMaster" Target="notesMasters/notesMaster1.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tableStyles" Target="tableStyles.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4" Type="http://schemas.openxmlformats.org/officeDocument/2006/relationships/slide" Target="slides/slide42.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theme" Target="theme/theme1.xml"/><Relationship Id="rId8" Type="http://schemas.openxmlformats.org/officeDocument/2006/relationships/slide" Target="slides/slide6.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presProps" Target="presProps.xml"/><Relationship Id="rId20" Type="http://schemas.openxmlformats.org/officeDocument/2006/relationships/slide" Target="slides/slide18.xml"/><Relationship Id="rId41" Type="http://schemas.openxmlformats.org/officeDocument/2006/relationships/slide" Target="slides/slide39.xml"/><Relationship Id="rId1" Type="http://schemas.openxmlformats.org/officeDocument/2006/relationships/slideMaster" Target="slideMasters/slideMaster1.xml"/><Relationship Id="rId6"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86082" name="Rectangle 2">
            <a:extLst>
              <a:ext uri="{FF2B5EF4-FFF2-40B4-BE49-F238E27FC236}">
                <a16:creationId xmlns:a16="http://schemas.microsoft.com/office/drawing/2014/main" id="{F1C14C4C-E1FB-715B-1A0A-D7FA22A48DBE}"/>
              </a:ext>
            </a:extLst>
          </p:cNvPr>
          <p:cNvSpPr>
            <a:spLocks noGrp="1" noChangeArrowheads="1"/>
          </p:cNvSpPr>
          <p:nvPr>
            <p:ph type="hdr" sz="quarte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eaLnBrk="1" hangingPunct="1">
              <a:defRPr sz="1200" b="0">
                <a:latin typeface="Times New Roman" panose="02020603050405020304" pitchFamily="18" charset="0"/>
              </a:defRPr>
            </a:lvl1pPr>
          </a:lstStyle>
          <a:p>
            <a:endParaRPr lang="en-US" altLang="zh-TW"/>
          </a:p>
        </p:txBody>
      </p:sp>
      <p:sp>
        <p:nvSpPr>
          <p:cNvPr id="686083" name="Rectangle 3">
            <a:extLst>
              <a:ext uri="{FF2B5EF4-FFF2-40B4-BE49-F238E27FC236}">
                <a16:creationId xmlns:a16="http://schemas.microsoft.com/office/drawing/2014/main" id="{95246110-E0EC-AE04-078C-FB6C366BEBFB}"/>
              </a:ext>
            </a:extLst>
          </p:cNvPr>
          <p:cNvSpPr>
            <a:spLocks noGrp="1" noChangeArrowheads="1"/>
          </p:cNvSpPr>
          <p:nvPr>
            <p:ph type="dt" idx="1"/>
          </p:nvPr>
        </p:nvSpPr>
        <p:spPr bwMode="auto">
          <a:xfrm>
            <a:off x="3884613"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eaLnBrk="1" hangingPunct="1">
              <a:defRPr sz="1200" b="0">
                <a:latin typeface="Times New Roman" panose="02020603050405020304" pitchFamily="18" charset="0"/>
              </a:defRPr>
            </a:lvl1pPr>
          </a:lstStyle>
          <a:p>
            <a:endParaRPr lang="en-US" altLang="zh-TW"/>
          </a:p>
        </p:txBody>
      </p:sp>
      <p:sp>
        <p:nvSpPr>
          <p:cNvPr id="686084" name="Rectangle 4">
            <a:extLst>
              <a:ext uri="{FF2B5EF4-FFF2-40B4-BE49-F238E27FC236}">
                <a16:creationId xmlns:a16="http://schemas.microsoft.com/office/drawing/2014/main" id="{4ABD6369-EC21-22EF-6FC5-58E4648BC68E}"/>
              </a:ext>
            </a:extLst>
          </p:cNvPr>
          <p:cNvSpPr>
            <a:spLocks noRo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686085" name="Rectangle 5">
            <a:extLst>
              <a:ext uri="{FF2B5EF4-FFF2-40B4-BE49-F238E27FC236}">
                <a16:creationId xmlns:a16="http://schemas.microsoft.com/office/drawing/2014/main" id="{2D24E375-F77A-3E69-7512-44026274C235}"/>
              </a:ext>
            </a:extLst>
          </p:cNvPr>
          <p:cNvSpPr>
            <a:spLocks noGrp="1" noChangeArrowheads="1"/>
          </p:cNvSpPr>
          <p:nvPr>
            <p:ph type="body" sz="quarter" idx="3"/>
          </p:nvPr>
        </p:nvSpPr>
        <p:spPr bwMode="auto">
          <a:xfrm>
            <a:off x="685800" y="4343400"/>
            <a:ext cx="5486400"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en-US" altLang="zh-TW"/>
              <a:t>Click to edit Master text styles</a:t>
            </a:r>
          </a:p>
          <a:p>
            <a:pPr lvl="1"/>
            <a:r>
              <a:rPr lang="en-US" altLang="zh-TW"/>
              <a:t>Second level</a:t>
            </a:r>
          </a:p>
          <a:p>
            <a:pPr lvl="2"/>
            <a:r>
              <a:rPr lang="en-US" altLang="zh-TW"/>
              <a:t>Third level</a:t>
            </a:r>
          </a:p>
          <a:p>
            <a:pPr lvl="3"/>
            <a:r>
              <a:rPr lang="en-US" altLang="zh-TW"/>
              <a:t>Fourth level</a:t>
            </a:r>
          </a:p>
          <a:p>
            <a:pPr lvl="4"/>
            <a:r>
              <a:rPr lang="en-US" altLang="zh-TW"/>
              <a:t>Fifth level</a:t>
            </a:r>
          </a:p>
        </p:txBody>
      </p:sp>
      <p:sp>
        <p:nvSpPr>
          <p:cNvPr id="686086" name="Rectangle 6">
            <a:extLst>
              <a:ext uri="{FF2B5EF4-FFF2-40B4-BE49-F238E27FC236}">
                <a16:creationId xmlns:a16="http://schemas.microsoft.com/office/drawing/2014/main" id="{E63BA51A-DED8-1184-E4DC-31A12B904AA8}"/>
              </a:ext>
            </a:extLst>
          </p:cNvPr>
          <p:cNvSpPr>
            <a:spLocks noGrp="1" noChangeArrowheads="1"/>
          </p:cNvSpPr>
          <p:nvPr>
            <p:ph type="ftr" sz="quarter" idx="4"/>
          </p:nvPr>
        </p:nvSpPr>
        <p:spPr bwMode="auto">
          <a:xfrm>
            <a:off x="0" y="8685213"/>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eaLnBrk="1" hangingPunct="1">
              <a:defRPr sz="1200" b="0">
                <a:latin typeface="Times New Roman" panose="02020603050405020304" pitchFamily="18" charset="0"/>
              </a:defRPr>
            </a:lvl1pPr>
          </a:lstStyle>
          <a:p>
            <a:endParaRPr lang="en-US" altLang="zh-TW"/>
          </a:p>
        </p:txBody>
      </p:sp>
      <p:sp>
        <p:nvSpPr>
          <p:cNvPr id="686087" name="Rectangle 7">
            <a:extLst>
              <a:ext uri="{FF2B5EF4-FFF2-40B4-BE49-F238E27FC236}">
                <a16:creationId xmlns:a16="http://schemas.microsoft.com/office/drawing/2014/main" id="{5A541D5B-A465-D9A9-A0BC-701BB256D4D6}"/>
              </a:ext>
            </a:extLst>
          </p:cNvPr>
          <p:cNvSpPr>
            <a:spLocks noGrp="1" noChangeArrowheads="1"/>
          </p:cNvSpPr>
          <p:nvPr>
            <p:ph type="sldNum" sz="quarter" idx="5"/>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r" eaLnBrk="1" hangingPunct="1">
              <a:defRPr sz="1200" b="0">
                <a:latin typeface="Times New Roman" panose="02020603050405020304" pitchFamily="18" charset="0"/>
              </a:defRPr>
            </a:lvl1pPr>
          </a:lstStyle>
          <a:p>
            <a:fld id="{D6BE646B-AEF2-AD47-9A80-0B1CEFC00816}" type="slidenum">
              <a:rPr lang="zh-TW" altLang="en-US"/>
              <a:pPr/>
              <a:t>‹#›</a:t>
            </a:fld>
            <a:endParaRPr lang="en-US" altLang="zh-TW"/>
          </a:p>
        </p:txBody>
      </p:sp>
    </p:spTree>
  </p:cSld>
  <p:clrMap bg1="lt1" tx1="dk1" bg2="lt2" tx2="dk2" accent1="accent1" accent2="accent2" accent3="accent3" accent4="accent4" accent5="accent5" accent6="accent6" hlink="hlink" folHlink="folHlink"/>
  <p:notesStyle>
    <a:lvl1pPr algn="l" rtl="0" fontAlgn="base">
      <a:spcBef>
        <a:spcPct val="30000"/>
      </a:spcBef>
      <a:spcAft>
        <a:spcPct val="0"/>
      </a:spcAft>
      <a:defRPr sz="1200" kern="1200">
        <a:solidFill>
          <a:schemeClr val="tx1"/>
        </a:solidFill>
        <a:latin typeface="Times New Roman" panose="02020603050405020304" pitchFamily="18" charset="0"/>
        <a:ea typeface="+mn-ea"/>
        <a:cs typeface="+mn-cs"/>
      </a:defRPr>
    </a:lvl1pPr>
    <a:lvl2pPr marL="457200" algn="l" rtl="0" fontAlgn="base">
      <a:spcBef>
        <a:spcPct val="30000"/>
      </a:spcBef>
      <a:spcAft>
        <a:spcPct val="0"/>
      </a:spcAft>
      <a:defRPr sz="1200" kern="1200">
        <a:solidFill>
          <a:schemeClr val="tx1"/>
        </a:solidFill>
        <a:latin typeface="Times New Roman" panose="02020603050405020304" pitchFamily="18" charset="0"/>
        <a:ea typeface="+mn-ea"/>
        <a:cs typeface="+mn-cs"/>
      </a:defRPr>
    </a:lvl2pPr>
    <a:lvl3pPr marL="914400" algn="l" rtl="0" fontAlgn="base">
      <a:spcBef>
        <a:spcPct val="30000"/>
      </a:spcBef>
      <a:spcAft>
        <a:spcPct val="0"/>
      </a:spcAft>
      <a:defRPr sz="1200" kern="1200">
        <a:solidFill>
          <a:schemeClr val="tx1"/>
        </a:solidFill>
        <a:latin typeface="Times New Roman" panose="02020603050405020304" pitchFamily="18" charset="0"/>
        <a:ea typeface="+mn-ea"/>
        <a:cs typeface="+mn-cs"/>
      </a:defRPr>
    </a:lvl3pPr>
    <a:lvl4pPr marL="1371600" algn="l" rtl="0" fontAlgn="base">
      <a:spcBef>
        <a:spcPct val="30000"/>
      </a:spcBef>
      <a:spcAft>
        <a:spcPct val="0"/>
      </a:spcAft>
      <a:defRPr sz="1200" kern="1200">
        <a:solidFill>
          <a:schemeClr val="tx1"/>
        </a:solidFill>
        <a:latin typeface="Times New Roman" panose="02020603050405020304" pitchFamily="18" charset="0"/>
        <a:ea typeface="+mn-ea"/>
        <a:cs typeface="+mn-cs"/>
      </a:defRPr>
    </a:lvl4pPr>
    <a:lvl5pPr marL="1828800" algn="l" rtl="0" fontAlgn="base">
      <a:spcBef>
        <a:spcPct val="30000"/>
      </a:spcBef>
      <a:spcAft>
        <a:spcPct val="0"/>
      </a:spcAft>
      <a:defRPr sz="1200" kern="1200">
        <a:solidFill>
          <a:schemeClr val="tx1"/>
        </a:solidFill>
        <a:latin typeface="Times New Roman" panose="02020603050405020304"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4BDB933D-A38F-144D-0D2C-72529CB3F0A2}"/>
              </a:ext>
            </a:extLst>
          </p:cNvPr>
          <p:cNvSpPr>
            <a:spLocks noGrp="1" noChangeArrowheads="1"/>
          </p:cNvSpPr>
          <p:nvPr>
            <p:ph type="sldNum" sz="quarter" idx="5"/>
          </p:nvPr>
        </p:nvSpPr>
        <p:spPr>
          <a:ln/>
        </p:spPr>
        <p:txBody>
          <a:bodyPr/>
          <a:lstStyle/>
          <a:p>
            <a:fld id="{6CB77FE4-D777-344C-9D11-EF77D693F5B3}" type="slidenum">
              <a:rPr lang="zh-TW" altLang="en-US"/>
              <a:pPr/>
              <a:t>1</a:t>
            </a:fld>
            <a:endParaRPr lang="en-US" altLang="zh-TW"/>
          </a:p>
        </p:txBody>
      </p:sp>
      <p:sp>
        <p:nvSpPr>
          <p:cNvPr id="732162" name="Rectangle 2">
            <a:extLst>
              <a:ext uri="{FF2B5EF4-FFF2-40B4-BE49-F238E27FC236}">
                <a16:creationId xmlns:a16="http://schemas.microsoft.com/office/drawing/2014/main" id="{7F799DAA-5FD2-0E22-E2DD-FA582265FE14}"/>
              </a:ext>
            </a:extLst>
          </p:cNvPr>
          <p:cNvSpPr>
            <a:spLocks noRot="1" noChangeArrowheads="1" noTextEdit="1"/>
          </p:cNvSpPr>
          <p:nvPr>
            <p:ph type="sldImg"/>
          </p:nvPr>
        </p:nvSpPr>
        <p:spPr>
          <a:ln/>
        </p:spPr>
      </p:sp>
      <p:sp>
        <p:nvSpPr>
          <p:cNvPr id="732163" name="Rectangle 3">
            <a:extLst>
              <a:ext uri="{FF2B5EF4-FFF2-40B4-BE49-F238E27FC236}">
                <a16:creationId xmlns:a16="http://schemas.microsoft.com/office/drawing/2014/main" id="{72796944-06FD-6864-9FA7-90ECB5435E22}"/>
              </a:ext>
            </a:extLst>
          </p:cNvPr>
          <p:cNvSpPr>
            <a:spLocks noGrp="1" noChangeArrowheads="1"/>
          </p:cNvSpPr>
          <p:nvPr>
            <p:ph type="body" idx="1"/>
          </p:nvPr>
        </p:nvSpPr>
        <p:spPr/>
        <p:txBody>
          <a:bodyPr/>
          <a:lstStyle/>
          <a:p>
            <a:endParaRPr lang="zh-TW"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7DDC8DD0-E09D-EE0A-A391-EFFEEBDEE89D}"/>
              </a:ext>
            </a:extLst>
          </p:cNvPr>
          <p:cNvSpPr>
            <a:spLocks noGrp="1" noChangeArrowheads="1"/>
          </p:cNvSpPr>
          <p:nvPr>
            <p:ph type="sldNum" sz="quarter" idx="5"/>
          </p:nvPr>
        </p:nvSpPr>
        <p:spPr>
          <a:ln/>
        </p:spPr>
        <p:txBody>
          <a:bodyPr/>
          <a:lstStyle/>
          <a:p>
            <a:fld id="{F4F47796-340B-0B45-A8C3-226D20BD2047}" type="slidenum">
              <a:rPr lang="zh-TW" altLang="en-US"/>
              <a:pPr/>
              <a:t>2</a:t>
            </a:fld>
            <a:endParaRPr lang="en-US" altLang="zh-TW"/>
          </a:p>
        </p:txBody>
      </p:sp>
      <p:sp>
        <p:nvSpPr>
          <p:cNvPr id="688130" name="Rectangle 2">
            <a:extLst>
              <a:ext uri="{FF2B5EF4-FFF2-40B4-BE49-F238E27FC236}">
                <a16:creationId xmlns:a16="http://schemas.microsoft.com/office/drawing/2014/main" id="{00DB6DEB-4D9E-3B95-90BB-4887F8DEC7C6}"/>
              </a:ext>
            </a:extLst>
          </p:cNvPr>
          <p:cNvSpPr>
            <a:spLocks noRot="1" noChangeArrowheads="1" noTextEdit="1"/>
          </p:cNvSpPr>
          <p:nvPr>
            <p:ph type="sldImg"/>
          </p:nvPr>
        </p:nvSpPr>
        <p:spPr>
          <a:ln/>
        </p:spPr>
      </p:sp>
      <p:sp>
        <p:nvSpPr>
          <p:cNvPr id="688131" name="Rectangle 3">
            <a:extLst>
              <a:ext uri="{FF2B5EF4-FFF2-40B4-BE49-F238E27FC236}">
                <a16:creationId xmlns:a16="http://schemas.microsoft.com/office/drawing/2014/main" id="{0726DC8F-6E61-D885-DA59-8DBE64AA8C78}"/>
              </a:ext>
            </a:extLst>
          </p:cNvPr>
          <p:cNvSpPr>
            <a:spLocks noGrp="1" noChangeArrowheads="1"/>
          </p:cNvSpPr>
          <p:nvPr>
            <p:ph type="body" idx="1"/>
          </p:nvPr>
        </p:nvSpPr>
        <p:spPr/>
        <p:txBody>
          <a:bodyPr/>
          <a:lstStyle/>
          <a:p>
            <a:endParaRPr lang="zh-TW"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CB3D8E13-B567-72E2-7807-C46911AAB517}"/>
              </a:ext>
            </a:extLst>
          </p:cNvPr>
          <p:cNvSpPr>
            <a:spLocks noGrp="1" noChangeArrowheads="1"/>
          </p:cNvSpPr>
          <p:nvPr>
            <p:ph type="sldNum" sz="quarter" idx="5"/>
          </p:nvPr>
        </p:nvSpPr>
        <p:spPr>
          <a:ln/>
        </p:spPr>
        <p:txBody>
          <a:bodyPr/>
          <a:lstStyle/>
          <a:p>
            <a:fld id="{F32ADB17-2F5C-9047-B960-D41A6A618881}" type="slidenum">
              <a:rPr lang="zh-TW" altLang="en-US"/>
              <a:pPr/>
              <a:t>3</a:t>
            </a:fld>
            <a:endParaRPr lang="en-US" altLang="zh-TW"/>
          </a:p>
        </p:txBody>
      </p:sp>
      <p:sp>
        <p:nvSpPr>
          <p:cNvPr id="689154" name="Rectangle 2">
            <a:extLst>
              <a:ext uri="{FF2B5EF4-FFF2-40B4-BE49-F238E27FC236}">
                <a16:creationId xmlns:a16="http://schemas.microsoft.com/office/drawing/2014/main" id="{6085C005-E840-B9C1-161D-CBB47569F489}"/>
              </a:ext>
            </a:extLst>
          </p:cNvPr>
          <p:cNvSpPr>
            <a:spLocks noRot="1" noChangeArrowheads="1" noTextEdit="1"/>
          </p:cNvSpPr>
          <p:nvPr>
            <p:ph type="sldImg"/>
          </p:nvPr>
        </p:nvSpPr>
        <p:spPr>
          <a:ln/>
        </p:spPr>
      </p:sp>
      <p:sp>
        <p:nvSpPr>
          <p:cNvPr id="689155" name="Rectangle 3">
            <a:extLst>
              <a:ext uri="{FF2B5EF4-FFF2-40B4-BE49-F238E27FC236}">
                <a16:creationId xmlns:a16="http://schemas.microsoft.com/office/drawing/2014/main" id="{132907F8-2753-C119-5DBB-78018A79F24D}"/>
              </a:ext>
            </a:extLst>
          </p:cNvPr>
          <p:cNvSpPr>
            <a:spLocks noGrp="1" noChangeArrowheads="1"/>
          </p:cNvSpPr>
          <p:nvPr>
            <p:ph type="body" idx="1"/>
          </p:nvPr>
        </p:nvSpPr>
        <p:spPr/>
        <p:txBody>
          <a:bodyPr/>
          <a:lstStyle/>
          <a:p>
            <a:endParaRPr lang="zh-TW"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69F01A41-8C43-79AD-4C41-E97A1EAE0BCA}"/>
              </a:ext>
            </a:extLst>
          </p:cNvPr>
          <p:cNvSpPr>
            <a:spLocks noGrp="1" noChangeArrowheads="1"/>
          </p:cNvSpPr>
          <p:nvPr>
            <p:ph type="sldNum" sz="quarter" idx="5"/>
          </p:nvPr>
        </p:nvSpPr>
        <p:spPr>
          <a:ln/>
        </p:spPr>
        <p:txBody>
          <a:bodyPr/>
          <a:lstStyle/>
          <a:p>
            <a:fld id="{B21E8B55-5391-8E4C-9E1B-DCFFA1D75E59}" type="slidenum">
              <a:rPr lang="zh-TW" altLang="en-US"/>
              <a:pPr/>
              <a:t>4</a:t>
            </a:fld>
            <a:endParaRPr lang="en-US" altLang="zh-TW"/>
          </a:p>
        </p:txBody>
      </p:sp>
      <p:sp>
        <p:nvSpPr>
          <p:cNvPr id="690178" name="Rectangle 2">
            <a:extLst>
              <a:ext uri="{FF2B5EF4-FFF2-40B4-BE49-F238E27FC236}">
                <a16:creationId xmlns:a16="http://schemas.microsoft.com/office/drawing/2014/main" id="{7BB56AA7-AE5D-902D-F74E-B3D7CB487ABC}"/>
              </a:ext>
            </a:extLst>
          </p:cNvPr>
          <p:cNvSpPr>
            <a:spLocks noRot="1" noChangeArrowheads="1" noTextEdit="1"/>
          </p:cNvSpPr>
          <p:nvPr>
            <p:ph type="sldImg"/>
          </p:nvPr>
        </p:nvSpPr>
        <p:spPr>
          <a:ln/>
        </p:spPr>
      </p:sp>
      <p:sp>
        <p:nvSpPr>
          <p:cNvPr id="690179" name="Rectangle 3">
            <a:extLst>
              <a:ext uri="{FF2B5EF4-FFF2-40B4-BE49-F238E27FC236}">
                <a16:creationId xmlns:a16="http://schemas.microsoft.com/office/drawing/2014/main" id="{2473BC74-3E65-9342-5B5C-34680AB2C37E}"/>
              </a:ext>
            </a:extLst>
          </p:cNvPr>
          <p:cNvSpPr>
            <a:spLocks noGrp="1" noChangeArrowheads="1"/>
          </p:cNvSpPr>
          <p:nvPr>
            <p:ph type="body" idx="1"/>
          </p:nvPr>
        </p:nvSpPr>
        <p:spPr/>
        <p:txBody>
          <a:bodyPr/>
          <a:lstStyle/>
          <a:p>
            <a:endParaRPr lang="zh-TW"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402541E8-B7AF-DFDE-E4E4-EE983F7C1506}"/>
              </a:ext>
            </a:extLst>
          </p:cNvPr>
          <p:cNvSpPr>
            <a:spLocks noGrp="1" noChangeArrowheads="1"/>
          </p:cNvSpPr>
          <p:nvPr>
            <p:ph type="sldNum" sz="quarter" idx="5"/>
          </p:nvPr>
        </p:nvSpPr>
        <p:spPr>
          <a:ln/>
        </p:spPr>
        <p:txBody>
          <a:bodyPr/>
          <a:lstStyle/>
          <a:p>
            <a:fld id="{500207C1-6C1A-1741-9553-EE6471CEFEEE}" type="slidenum">
              <a:rPr lang="zh-TW" altLang="en-US"/>
              <a:pPr/>
              <a:t>5</a:t>
            </a:fld>
            <a:endParaRPr lang="en-US" altLang="zh-TW"/>
          </a:p>
        </p:txBody>
      </p:sp>
      <p:sp>
        <p:nvSpPr>
          <p:cNvPr id="691202" name="Rectangle 2">
            <a:extLst>
              <a:ext uri="{FF2B5EF4-FFF2-40B4-BE49-F238E27FC236}">
                <a16:creationId xmlns:a16="http://schemas.microsoft.com/office/drawing/2014/main" id="{126CDD0E-2346-50EC-17DC-C7BCB6076BE9}"/>
              </a:ext>
            </a:extLst>
          </p:cNvPr>
          <p:cNvSpPr>
            <a:spLocks noRot="1" noChangeArrowheads="1" noTextEdit="1"/>
          </p:cNvSpPr>
          <p:nvPr>
            <p:ph type="sldImg"/>
          </p:nvPr>
        </p:nvSpPr>
        <p:spPr>
          <a:ln/>
        </p:spPr>
      </p:sp>
      <p:sp>
        <p:nvSpPr>
          <p:cNvPr id="691203" name="Rectangle 3">
            <a:extLst>
              <a:ext uri="{FF2B5EF4-FFF2-40B4-BE49-F238E27FC236}">
                <a16:creationId xmlns:a16="http://schemas.microsoft.com/office/drawing/2014/main" id="{1CEAC455-5936-7F0F-BE3F-0A3B1E135BBD}"/>
              </a:ext>
            </a:extLst>
          </p:cNvPr>
          <p:cNvSpPr>
            <a:spLocks noGrp="1" noChangeArrowheads="1"/>
          </p:cNvSpPr>
          <p:nvPr>
            <p:ph type="body" idx="1"/>
          </p:nvPr>
        </p:nvSpPr>
        <p:spPr/>
        <p:txBody>
          <a:bodyPr/>
          <a:lstStyle/>
          <a:p>
            <a:endParaRPr lang="zh-TW"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80B54193-79B9-04A8-46A4-981443B11657}"/>
              </a:ext>
            </a:extLst>
          </p:cNvPr>
          <p:cNvSpPr>
            <a:spLocks noGrp="1" noChangeArrowheads="1"/>
          </p:cNvSpPr>
          <p:nvPr>
            <p:ph type="sldNum" sz="quarter" idx="5"/>
          </p:nvPr>
        </p:nvSpPr>
        <p:spPr>
          <a:ln/>
        </p:spPr>
        <p:txBody>
          <a:bodyPr/>
          <a:lstStyle/>
          <a:p>
            <a:fld id="{9713BA1E-D947-5A45-A463-CF58D3EBE604}" type="slidenum">
              <a:rPr lang="zh-TW" altLang="en-US"/>
              <a:pPr/>
              <a:t>6</a:t>
            </a:fld>
            <a:endParaRPr lang="en-US" altLang="zh-TW"/>
          </a:p>
        </p:txBody>
      </p:sp>
      <p:sp>
        <p:nvSpPr>
          <p:cNvPr id="692226" name="Rectangle 2">
            <a:extLst>
              <a:ext uri="{FF2B5EF4-FFF2-40B4-BE49-F238E27FC236}">
                <a16:creationId xmlns:a16="http://schemas.microsoft.com/office/drawing/2014/main" id="{CDB59135-E5E2-3AA5-7DCD-41834DDACEDA}"/>
              </a:ext>
            </a:extLst>
          </p:cNvPr>
          <p:cNvSpPr>
            <a:spLocks noRot="1" noChangeArrowheads="1" noTextEdit="1"/>
          </p:cNvSpPr>
          <p:nvPr>
            <p:ph type="sldImg"/>
          </p:nvPr>
        </p:nvSpPr>
        <p:spPr>
          <a:ln/>
        </p:spPr>
      </p:sp>
      <p:sp>
        <p:nvSpPr>
          <p:cNvPr id="692227" name="Rectangle 3">
            <a:extLst>
              <a:ext uri="{FF2B5EF4-FFF2-40B4-BE49-F238E27FC236}">
                <a16:creationId xmlns:a16="http://schemas.microsoft.com/office/drawing/2014/main" id="{A7AAEAA5-7603-94E5-7C52-5F4324A0949F}"/>
              </a:ext>
            </a:extLst>
          </p:cNvPr>
          <p:cNvSpPr>
            <a:spLocks noGrp="1" noChangeArrowheads="1"/>
          </p:cNvSpPr>
          <p:nvPr>
            <p:ph type="body" idx="1"/>
          </p:nvPr>
        </p:nvSpPr>
        <p:spPr/>
        <p:txBody>
          <a:bodyPr/>
          <a:lstStyle/>
          <a:p>
            <a:endParaRPr lang="zh-TW"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CCAF6457-5BFA-5B80-F97A-37F23851F689}"/>
              </a:ext>
            </a:extLst>
          </p:cNvPr>
          <p:cNvSpPr>
            <a:spLocks noGrp="1" noChangeArrowheads="1"/>
          </p:cNvSpPr>
          <p:nvPr>
            <p:ph type="sldNum" sz="quarter" idx="5"/>
          </p:nvPr>
        </p:nvSpPr>
        <p:spPr>
          <a:ln/>
        </p:spPr>
        <p:txBody>
          <a:bodyPr/>
          <a:lstStyle/>
          <a:p>
            <a:fld id="{A5337E3F-5047-814E-B754-67635032813A}" type="slidenum">
              <a:rPr lang="zh-TW" altLang="en-US"/>
              <a:pPr/>
              <a:t>7</a:t>
            </a:fld>
            <a:endParaRPr lang="en-US" altLang="zh-TW"/>
          </a:p>
        </p:txBody>
      </p:sp>
      <p:sp>
        <p:nvSpPr>
          <p:cNvPr id="693250" name="Rectangle 2">
            <a:extLst>
              <a:ext uri="{FF2B5EF4-FFF2-40B4-BE49-F238E27FC236}">
                <a16:creationId xmlns:a16="http://schemas.microsoft.com/office/drawing/2014/main" id="{321A4A9B-4077-D739-379C-4A8B939A91AA}"/>
              </a:ext>
            </a:extLst>
          </p:cNvPr>
          <p:cNvSpPr>
            <a:spLocks noRot="1" noChangeArrowheads="1" noTextEdit="1"/>
          </p:cNvSpPr>
          <p:nvPr>
            <p:ph type="sldImg"/>
          </p:nvPr>
        </p:nvSpPr>
        <p:spPr>
          <a:ln/>
        </p:spPr>
      </p:sp>
      <p:sp>
        <p:nvSpPr>
          <p:cNvPr id="693251" name="Rectangle 3">
            <a:extLst>
              <a:ext uri="{FF2B5EF4-FFF2-40B4-BE49-F238E27FC236}">
                <a16:creationId xmlns:a16="http://schemas.microsoft.com/office/drawing/2014/main" id="{12145BB9-EEE4-1E02-AC60-216EE86F88A1}"/>
              </a:ext>
            </a:extLst>
          </p:cNvPr>
          <p:cNvSpPr>
            <a:spLocks noGrp="1" noChangeArrowheads="1"/>
          </p:cNvSpPr>
          <p:nvPr>
            <p:ph type="body" idx="1"/>
          </p:nvPr>
        </p:nvSpPr>
        <p:spPr/>
        <p:txBody>
          <a:bodyPr/>
          <a:lstStyle/>
          <a:p>
            <a:endParaRPr lang="zh-TW"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9E4C347D-BF06-18F6-1C97-4A839A73CB53}"/>
              </a:ext>
            </a:extLst>
          </p:cNvPr>
          <p:cNvSpPr>
            <a:spLocks noGrp="1" noChangeArrowheads="1"/>
          </p:cNvSpPr>
          <p:nvPr>
            <p:ph type="sldNum" sz="quarter" idx="5"/>
          </p:nvPr>
        </p:nvSpPr>
        <p:spPr>
          <a:ln/>
        </p:spPr>
        <p:txBody>
          <a:bodyPr/>
          <a:lstStyle/>
          <a:p>
            <a:fld id="{0FD3A841-E8B6-314A-A8BA-1192624760E0}" type="slidenum">
              <a:rPr lang="zh-TW" altLang="en-US"/>
              <a:pPr/>
              <a:t>8</a:t>
            </a:fld>
            <a:endParaRPr lang="en-US" altLang="zh-TW"/>
          </a:p>
        </p:txBody>
      </p:sp>
      <p:sp>
        <p:nvSpPr>
          <p:cNvPr id="694274" name="Rectangle 2">
            <a:extLst>
              <a:ext uri="{FF2B5EF4-FFF2-40B4-BE49-F238E27FC236}">
                <a16:creationId xmlns:a16="http://schemas.microsoft.com/office/drawing/2014/main" id="{2E27FA8A-CA34-51F0-1162-4397D6D5326F}"/>
              </a:ext>
            </a:extLst>
          </p:cNvPr>
          <p:cNvSpPr>
            <a:spLocks noRot="1" noChangeArrowheads="1" noTextEdit="1"/>
          </p:cNvSpPr>
          <p:nvPr>
            <p:ph type="sldImg"/>
          </p:nvPr>
        </p:nvSpPr>
        <p:spPr>
          <a:ln/>
        </p:spPr>
      </p:sp>
      <p:sp>
        <p:nvSpPr>
          <p:cNvPr id="694275" name="Rectangle 3">
            <a:extLst>
              <a:ext uri="{FF2B5EF4-FFF2-40B4-BE49-F238E27FC236}">
                <a16:creationId xmlns:a16="http://schemas.microsoft.com/office/drawing/2014/main" id="{D24C34D4-B924-81FD-1BAA-6383C879FD21}"/>
              </a:ext>
            </a:extLst>
          </p:cNvPr>
          <p:cNvSpPr>
            <a:spLocks noGrp="1" noChangeArrowheads="1"/>
          </p:cNvSpPr>
          <p:nvPr>
            <p:ph type="body" idx="1"/>
          </p:nvPr>
        </p:nvSpPr>
        <p:spPr/>
        <p:txBody>
          <a:bodyPr/>
          <a:lstStyle/>
          <a:p>
            <a:endParaRPr lang="zh-TW"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D15BE2B6-E3F9-24E1-D84A-6B42E37E1509}"/>
              </a:ext>
            </a:extLst>
          </p:cNvPr>
          <p:cNvSpPr>
            <a:spLocks noGrp="1" noChangeArrowheads="1"/>
          </p:cNvSpPr>
          <p:nvPr>
            <p:ph type="sldNum" sz="quarter" idx="5"/>
          </p:nvPr>
        </p:nvSpPr>
        <p:spPr>
          <a:ln/>
        </p:spPr>
        <p:txBody>
          <a:bodyPr/>
          <a:lstStyle/>
          <a:p>
            <a:fld id="{941EC8A7-6505-0447-8688-1A8A73127639}" type="slidenum">
              <a:rPr lang="zh-TW" altLang="en-US"/>
              <a:pPr/>
              <a:t>9</a:t>
            </a:fld>
            <a:endParaRPr lang="en-US" altLang="zh-TW"/>
          </a:p>
        </p:txBody>
      </p:sp>
      <p:sp>
        <p:nvSpPr>
          <p:cNvPr id="695298" name="Rectangle 2">
            <a:extLst>
              <a:ext uri="{FF2B5EF4-FFF2-40B4-BE49-F238E27FC236}">
                <a16:creationId xmlns:a16="http://schemas.microsoft.com/office/drawing/2014/main" id="{D5C5AD87-BBFA-A195-9225-BFF1CF22B00F}"/>
              </a:ext>
            </a:extLst>
          </p:cNvPr>
          <p:cNvSpPr>
            <a:spLocks noRot="1" noChangeArrowheads="1" noTextEdit="1"/>
          </p:cNvSpPr>
          <p:nvPr>
            <p:ph type="sldImg"/>
          </p:nvPr>
        </p:nvSpPr>
        <p:spPr>
          <a:ln/>
        </p:spPr>
      </p:sp>
      <p:sp>
        <p:nvSpPr>
          <p:cNvPr id="695299" name="Rectangle 3">
            <a:extLst>
              <a:ext uri="{FF2B5EF4-FFF2-40B4-BE49-F238E27FC236}">
                <a16:creationId xmlns:a16="http://schemas.microsoft.com/office/drawing/2014/main" id="{10DCF368-C225-D1EA-6B93-FCB55CB36207}"/>
              </a:ext>
            </a:extLst>
          </p:cNvPr>
          <p:cNvSpPr>
            <a:spLocks noGrp="1" noChangeArrowheads="1"/>
          </p:cNvSpPr>
          <p:nvPr>
            <p:ph type="body" idx="1"/>
          </p:nvPr>
        </p:nvSpPr>
        <p:spPr/>
        <p:txBody>
          <a:bodyPr/>
          <a:lstStyle/>
          <a:p>
            <a:endParaRPr lang="zh-TW"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99FECF42-4DC6-DC10-C5A1-9E6692F73685}"/>
              </a:ext>
            </a:extLst>
          </p:cNvPr>
          <p:cNvSpPr>
            <a:spLocks noGrp="1" noChangeArrowheads="1"/>
          </p:cNvSpPr>
          <p:nvPr>
            <p:ph type="sldNum" sz="quarter" idx="5"/>
          </p:nvPr>
        </p:nvSpPr>
        <p:spPr>
          <a:ln/>
        </p:spPr>
        <p:txBody>
          <a:bodyPr/>
          <a:lstStyle/>
          <a:p>
            <a:fld id="{24A9D68A-362E-7D40-9798-626EA9856146}" type="slidenum">
              <a:rPr lang="zh-TW" altLang="en-US"/>
              <a:pPr/>
              <a:t>10</a:t>
            </a:fld>
            <a:endParaRPr lang="en-US" altLang="zh-TW"/>
          </a:p>
        </p:txBody>
      </p:sp>
      <p:sp>
        <p:nvSpPr>
          <p:cNvPr id="696322" name="Rectangle 2">
            <a:extLst>
              <a:ext uri="{FF2B5EF4-FFF2-40B4-BE49-F238E27FC236}">
                <a16:creationId xmlns:a16="http://schemas.microsoft.com/office/drawing/2014/main" id="{78968A94-E40A-6D87-DA31-52B5AEA69FC6}"/>
              </a:ext>
            </a:extLst>
          </p:cNvPr>
          <p:cNvSpPr>
            <a:spLocks noRot="1" noChangeArrowheads="1" noTextEdit="1"/>
          </p:cNvSpPr>
          <p:nvPr>
            <p:ph type="sldImg"/>
          </p:nvPr>
        </p:nvSpPr>
        <p:spPr>
          <a:ln/>
        </p:spPr>
      </p:sp>
      <p:sp>
        <p:nvSpPr>
          <p:cNvPr id="696323" name="Rectangle 3">
            <a:extLst>
              <a:ext uri="{FF2B5EF4-FFF2-40B4-BE49-F238E27FC236}">
                <a16:creationId xmlns:a16="http://schemas.microsoft.com/office/drawing/2014/main" id="{5DD56B51-BCFC-7AF2-7120-F89ED216EF2C}"/>
              </a:ext>
            </a:extLst>
          </p:cNvPr>
          <p:cNvSpPr>
            <a:spLocks noGrp="1" noChangeArrowheads="1"/>
          </p:cNvSpPr>
          <p:nvPr>
            <p:ph type="body" idx="1"/>
          </p:nvPr>
        </p:nvSpPr>
        <p:spPr/>
        <p:txBody>
          <a:bodyPr/>
          <a:lstStyle/>
          <a:p>
            <a:endParaRPr lang="zh-TW"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D02FF9EB-27FC-3ECB-9DD7-123EE3BCDA0C}"/>
              </a:ext>
            </a:extLst>
          </p:cNvPr>
          <p:cNvSpPr>
            <a:spLocks noGrp="1" noChangeArrowheads="1"/>
          </p:cNvSpPr>
          <p:nvPr>
            <p:ph type="sldNum" sz="quarter" idx="5"/>
          </p:nvPr>
        </p:nvSpPr>
        <p:spPr>
          <a:ln/>
        </p:spPr>
        <p:txBody>
          <a:bodyPr/>
          <a:lstStyle/>
          <a:p>
            <a:fld id="{F037F001-A1DC-6546-981E-B8BC8A02FFE0}" type="slidenum">
              <a:rPr lang="zh-TW" altLang="en-US"/>
              <a:pPr/>
              <a:t>11</a:t>
            </a:fld>
            <a:endParaRPr lang="en-US" altLang="zh-TW"/>
          </a:p>
        </p:txBody>
      </p:sp>
      <p:sp>
        <p:nvSpPr>
          <p:cNvPr id="697346" name="Rectangle 2">
            <a:extLst>
              <a:ext uri="{FF2B5EF4-FFF2-40B4-BE49-F238E27FC236}">
                <a16:creationId xmlns:a16="http://schemas.microsoft.com/office/drawing/2014/main" id="{BE1B70F9-8F51-FF96-A2ED-8BEF71FCBED2}"/>
              </a:ext>
            </a:extLst>
          </p:cNvPr>
          <p:cNvSpPr>
            <a:spLocks noRot="1" noChangeArrowheads="1" noTextEdit="1"/>
          </p:cNvSpPr>
          <p:nvPr>
            <p:ph type="sldImg"/>
          </p:nvPr>
        </p:nvSpPr>
        <p:spPr>
          <a:ln/>
        </p:spPr>
      </p:sp>
      <p:sp>
        <p:nvSpPr>
          <p:cNvPr id="697347" name="Rectangle 3">
            <a:extLst>
              <a:ext uri="{FF2B5EF4-FFF2-40B4-BE49-F238E27FC236}">
                <a16:creationId xmlns:a16="http://schemas.microsoft.com/office/drawing/2014/main" id="{75497A9C-879A-2757-FB24-71C3DAA7A7EF}"/>
              </a:ext>
            </a:extLst>
          </p:cNvPr>
          <p:cNvSpPr>
            <a:spLocks noGrp="1" noChangeArrowheads="1"/>
          </p:cNvSpPr>
          <p:nvPr>
            <p:ph type="body" idx="1"/>
          </p:nvPr>
        </p:nvSpPr>
        <p:spPr/>
        <p:txBody>
          <a:bodyPr/>
          <a:lstStyle/>
          <a:p>
            <a:endParaRPr lang="zh-TW"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B45AD151-A6A4-7325-10F1-9A3312CBDF86}"/>
              </a:ext>
            </a:extLst>
          </p:cNvPr>
          <p:cNvSpPr>
            <a:spLocks noGrp="1" noChangeArrowheads="1"/>
          </p:cNvSpPr>
          <p:nvPr>
            <p:ph type="sldNum" sz="quarter" idx="5"/>
          </p:nvPr>
        </p:nvSpPr>
        <p:spPr>
          <a:ln/>
        </p:spPr>
        <p:txBody>
          <a:bodyPr/>
          <a:lstStyle/>
          <a:p>
            <a:fld id="{43C513B7-F8F9-9048-8989-87AAEDA48929}" type="slidenum">
              <a:rPr lang="zh-TW" altLang="en-US"/>
              <a:pPr/>
              <a:t>12</a:t>
            </a:fld>
            <a:endParaRPr lang="en-US" altLang="zh-TW"/>
          </a:p>
        </p:txBody>
      </p:sp>
      <p:sp>
        <p:nvSpPr>
          <p:cNvPr id="698370" name="Rectangle 2">
            <a:extLst>
              <a:ext uri="{FF2B5EF4-FFF2-40B4-BE49-F238E27FC236}">
                <a16:creationId xmlns:a16="http://schemas.microsoft.com/office/drawing/2014/main" id="{EEE1582F-C521-1A33-2420-B51AB642AA3E}"/>
              </a:ext>
            </a:extLst>
          </p:cNvPr>
          <p:cNvSpPr>
            <a:spLocks noRot="1" noChangeArrowheads="1" noTextEdit="1"/>
          </p:cNvSpPr>
          <p:nvPr>
            <p:ph type="sldImg"/>
          </p:nvPr>
        </p:nvSpPr>
        <p:spPr>
          <a:ln/>
        </p:spPr>
      </p:sp>
      <p:sp>
        <p:nvSpPr>
          <p:cNvPr id="698371" name="Rectangle 3">
            <a:extLst>
              <a:ext uri="{FF2B5EF4-FFF2-40B4-BE49-F238E27FC236}">
                <a16:creationId xmlns:a16="http://schemas.microsoft.com/office/drawing/2014/main" id="{5B95E3C1-E69D-8C45-441D-81A8DD1B71D2}"/>
              </a:ext>
            </a:extLst>
          </p:cNvPr>
          <p:cNvSpPr>
            <a:spLocks noGrp="1" noChangeArrowheads="1"/>
          </p:cNvSpPr>
          <p:nvPr>
            <p:ph type="body" idx="1"/>
          </p:nvPr>
        </p:nvSpPr>
        <p:spPr/>
        <p:txBody>
          <a:bodyPr/>
          <a:lstStyle/>
          <a:p>
            <a:endParaRPr lang="zh-TW"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B8506746-9862-7B4C-DA63-6EAFB62772A6}"/>
              </a:ext>
            </a:extLst>
          </p:cNvPr>
          <p:cNvSpPr>
            <a:spLocks noGrp="1" noChangeArrowheads="1"/>
          </p:cNvSpPr>
          <p:nvPr>
            <p:ph type="sldNum" sz="quarter" idx="5"/>
          </p:nvPr>
        </p:nvSpPr>
        <p:spPr>
          <a:ln/>
        </p:spPr>
        <p:txBody>
          <a:bodyPr/>
          <a:lstStyle/>
          <a:p>
            <a:fld id="{95E6E3A8-C973-FA44-ADA1-0A98AC920D14}" type="slidenum">
              <a:rPr lang="zh-TW" altLang="en-US"/>
              <a:pPr/>
              <a:t>13</a:t>
            </a:fld>
            <a:endParaRPr lang="en-US" altLang="zh-TW"/>
          </a:p>
        </p:txBody>
      </p:sp>
      <p:sp>
        <p:nvSpPr>
          <p:cNvPr id="699394" name="Rectangle 2">
            <a:extLst>
              <a:ext uri="{FF2B5EF4-FFF2-40B4-BE49-F238E27FC236}">
                <a16:creationId xmlns:a16="http://schemas.microsoft.com/office/drawing/2014/main" id="{436E82AD-0A45-AA45-4AA4-1E5271F21274}"/>
              </a:ext>
            </a:extLst>
          </p:cNvPr>
          <p:cNvSpPr>
            <a:spLocks noRot="1" noChangeArrowheads="1" noTextEdit="1"/>
          </p:cNvSpPr>
          <p:nvPr>
            <p:ph type="sldImg"/>
          </p:nvPr>
        </p:nvSpPr>
        <p:spPr>
          <a:ln/>
        </p:spPr>
      </p:sp>
      <p:sp>
        <p:nvSpPr>
          <p:cNvPr id="699395" name="Rectangle 3">
            <a:extLst>
              <a:ext uri="{FF2B5EF4-FFF2-40B4-BE49-F238E27FC236}">
                <a16:creationId xmlns:a16="http://schemas.microsoft.com/office/drawing/2014/main" id="{307F7256-3050-E9CB-B812-E1B1B8CF6618}"/>
              </a:ext>
            </a:extLst>
          </p:cNvPr>
          <p:cNvSpPr>
            <a:spLocks noGrp="1" noChangeArrowheads="1"/>
          </p:cNvSpPr>
          <p:nvPr>
            <p:ph type="body" idx="1"/>
          </p:nvPr>
        </p:nvSpPr>
        <p:spPr/>
        <p:txBody>
          <a:bodyPr/>
          <a:lstStyle/>
          <a:p>
            <a:endParaRPr lang="zh-TW"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D85E73A4-3983-2FFA-3C9C-AA5821B69D6A}"/>
              </a:ext>
            </a:extLst>
          </p:cNvPr>
          <p:cNvSpPr>
            <a:spLocks noGrp="1" noChangeArrowheads="1"/>
          </p:cNvSpPr>
          <p:nvPr>
            <p:ph type="sldNum" sz="quarter" idx="5"/>
          </p:nvPr>
        </p:nvSpPr>
        <p:spPr>
          <a:ln/>
        </p:spPr>
        <p:txBody>
          <a:bodyPr/>
          <a:lstStyle/>
          <a:p>
            <a:fld id="{9643A4ED-829D-584F-8C7C-5357338DAB25}" type="slidenum">
              <a:rPr lang="zh-TW" altLang="en-US"/>
              <a:pPr/>
              <a:t>14</a:t>
            </a:fld>
            <a:endParaRPr lang="en-US" altLang="zh-TW"/>
          </a:p>
        </p:txBody>
      </p:sp>
      <p:sp>
        <p:nvSpPr>
          <p:cNvPr id="700418" name="Rectangle 2">
            <a:extLst>
              <a:ext uri="{FF2B5EF4-FFF2-40B4-BE49-F238E27FC236}">
                <a16:creationId xmlns:a16="http://schemas.microsoft.com/office/drawing/2014/main" id="{93E21D24-F06F-2572-1AF9-9883EC57FF36}"/>
              </a:ext>
            </a:extLst>
          </p:cNvPr>
          <p:cNvSpPr>
            <a:spLocks noRot="1" noChangeArrowheads="1" noTextEdit="1"/>
          </p:cNvSpPr>
          <p:nvPr>
            <p:ph type="sldImg"/>
          </p:nvPr>
        </p:nvSpPr>
        <p:spPr>
          <a:ln/>
        </p:spPr>
      </p:sp>
      <p:sp>
        <p:nvSpPr>
          <p:cNvPr id="700419" name="Rectangle 3">
            <a:extLst>
              <a:ext uri="{FF2B5EF4-FFF2-40B4-BE49-F238E27FC236}">
                <a16:creationId xmlns:a16="http://schemas.microsoft.com/office/drawing/2014/main" id="{A37198B5-EEE5-C8AB-885B-8253D8397F4B}"/>
              </a:ext>
            </a:extLst>
          </p:cNvPr>
          <p:cNvSpPr>
            <a:spLocks noGrp="1" noChangeArrowheads="1"/>
          </p:cNvSpPr>
          <p:nvPr>
            <p:ph type="body" idx="1"/>
          </p:nvPr>
        </p:nvSpPr>
        <p:spPr/>
        <p:txBody>
          <a:bodyPr/>
          <a:lstStyle/>
          <a:p>
            <a:endParaRPr lang="zh-TW"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D585F996-59FC-44B2-AFD7-813D5165FCBB}"/>
              </a:ext>
            </a:extLst>
          </p:cNvPr>
          <p:cNvSpPr>
            <a:spLocks noGrp="1" noChangeArrowheads="1"/>
          </p:cNvSpPr>
          <p:nvPr>
            <p:ph type="sldNum" sz="quarter" idx="5"/>
          </p:nvPr>
        </p:nvSpPr>
        <p:spPr>
          <a:ln/>
        </p:spPr>
        <p:txBody>
          <a:bodyPr/>
          <a:lstStyle/>
          <a:p>
            <a:fld id="{26777D4D-DC34-4944-8B7D-5022EF8A4FA0}" type="slidenum">
              <a:rPr lang="zh-TW" altLang="en-US"/>
              <a:pPr/>
              <a:t>15</a:t>
            </a:fld>
            <a:endParaRPr lang="en-US" altLang="zh-TW"/>
          </a:p>
        </p:txBody>
      </p:sp>
      <p:sp>
        <p:nvSpPr>
          <p:cNvPr id="701442" name="Rectangle 2">
            <a:extLst>
              <a:ext uri="{FF2B5EF4-FFF2-40B4-BE49-F238E27FC236}">
                <a16:creationId xmlns:a16="http://schemas.microsoft.com/office/drawing/2014/main" id="{21FF511F-A3F1-3B5E-8313-A64EE5937BAB}"/>
              </a:ext>
            </a:extLst>
          </p:cNvPr>
          <p:cNvSpPr>
            <a:spLocks noRot="1" noChangeArrowheads="1" noTextEdit="1"/>
          </p:cNvSpPr>
          <p:nvPr>
            <p:ph type="sldImg"/>
          </p:nvPr>
        </p:nvSpPr>
        <p:spPr>
          <a:ln/>
        </p:spPr>
      </p:sp>
      <p:sp>
        <p:nvSpPr>
          <p:cNvPr id="701443" name="Rectangle 3">
            <a:extLst>
              <a:ext uri="{FF2B5EF4-FFF2-40B4-BE49-F238E27FC236}">
                <a16:creationId xmlns:a16="http://schemas.microsoft.com/office/drawing/2014/main" id="{8A728B8D-D632-E0B4-7150-2FA0D062C457}"/>
              </a:ext>
            </a:extLst>
          </p:cNvPr>
          <p:cNvSpPr>
            <a:spLocks noGrp="1" noChangeArrowheads="1"/>
          </p:cNvSpPr>
          <p:nvPr>
            <p:ph type="body" idx="1"/>
          </p:nvPr>
        </p:nvSpPr>
        <p:spPr/>
        <p:txBody>
          <a:bodyPr/>
          <a:lstStyle/>
          <a:p>
            <a:endParaRPr lang="zh-TW"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21C99852-20AD-BBAE-D1E1-1086549EF4DA}"/>
              </a:ext>
            </a:extLst>
          </p:cNvPr>
          <p:cNvSpPr>
            <a:spLocks noGrp="1" noChangeArrowheads="1"/>
          </p:cNvSpPr>
          <p:nvPr>
            <p:ph type="sldNum" sz="quarter" idx="5"/>
          </p:nvPr>
        </p:nvSpPr>
        <p:spPr>
          <a:ln/>
        </p:spPr>
        <p:txBody>
          <a:bodyPr/>
          <a:lstStyle/>
          <a:p>
            <a:fld id="{89BB57A2-1996-3A4D-B138-93229BCF9562}" type="slidenum">
              <a:rPr lang="zh-TW" altLang="en-US"/>
              <a:pPr/>
              <a:t>16</a:t>
            </a:fld>
            <a:endParaRPr lang="en-US" altLang="zh-TW"/>
          </a:p>
        </p:txBody>
      </p:sp>
      <p:sp>
        <p:nvSpPr>
          <p:cNvPr id="702466" name="Rectangle 2">
            <a:extLst>
              <a:ext uri="{FF2B5EF4-FFF2-40B4-BE49-F238E27FC236}">
                <a16:creationId xmlns:a16="http://schemas.microsoft.com/office/drawing/2014/main" id="{97D6A2D7-685D-0050-5C32-9F9BBB76F417}"/>
              </a:ext>
            </a:extLst>
          </p:cNvPr>
          <p:cNvSpPr>
            <a:spLocks noRot="1" noChangeArrowheads="1" noTextEdit="1"/>
          </p:cNvSpPr>
          <p:nvPr>
            <p:ph type="sldImg"/>
          </p:nvPr>
        </p:nvSpPr>
        <p:spPr>
          <a:ln/>
        </p:spPr>
      </p:sp>
      <p:sp>
        <p:nvSpPr>
          <p:cNvPr id="702467" name="Rectangle 3">
            <a:extLst>
              <a:ext uri="{FF2B5EF4-FFF2-40B4-BE49-F238E27FC236}">
                <a16:creationId xmlns:a16="http://schemas.microsoft.com/office/drawing/2014/main" id="{43E5C384-9F10-6789-60AD-87A8757D8957}"/>
              </a:ext>
            </a:extLst>
          </p:cNvPr>
          <p:cNvSpPr>
            <a:spLocks noGrp="1" noChangeArrowheads="1"/>
          </p:cNvSpPr>
          <p:nvPr>
            <p:ph type="body" idx="1"/>
          </p:nvPr>
        </p:nvSpPr>
        <p:spPr/>
        <p:txBody>
          <a:bodyPr/>
          <a:lstStyle/>
          <a:p>
            <a:endParaRPr lang="zh-TW"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B8527006-62D7-9418-D4F2-D829F7D7D42B}"/>
              </a:ext>
            </a:extLst>
          </p:cNvPr>
          <p:cNvSpPr>
            <a:spLocks noGrp="1" noChangeArrowheads="1"/>
          </p:cNvSpPr>
          <p:nvPr>
            <p:ph type="sldNum" sz="quarter" idx="5"/>
          </p:nvPr>
        </p:nvSpPr>
        <p:spPr>
          <a:ln/>
        </p:spPr>
        <p:txBody>
          <a:bodyPr/>
          <a:lstStyle/>
          <a:p>
            <a:fld id="{5553247B-AB59-9040-B400-2EE12A5E6A8A}" type="slidenum">
              <a:rPr lang="zh-TW" altLang="en-US"/>
              <a:pPr/>
              <a:t>17</a:t>
            </a:fld>
            <a:endParaRPr lang="en-US" altLang="zh-TW"/>
          </a:p>
        </p:txBody>
      </p:sp>
      <p:sp>
        <p:nvSpPr>
          <p:cNvPr id="703490" name="Rectangle 2">
            <a:extLst>
              <a:ext uri="{FF2B5EF4-FFF2-40B4-BE49-F238E27FC236}">
                <a16:creationId xmlns:a16="http://schemas.microsoft.com/office/drawing/2014/main" id="{EAACD74D-6273-C84F-64ED-1E0485340A74}"/>
              </a:ext>
            </a:extLst>
          </p:cNvPr>
          <p:cNvSpPr>
            <a:spLocks noRot="1" noChangeArrowheads="1" noTextEdit="1"/>
          </p:cNvSpPr>
          <p:nvPr>
            <p:ph type="sldImg"/>
          </p:nvPr>
        </p:nvSpPr>
        <p:spPr>
          <a:ln/>
        </p:spPr>
      </p:sp>
      <p:sp>
        <p:nvSpPr>
          <p:cNvPr id="703491" name="Rectangle 3">
            <a:extLst>
              <a:ext uri="{FF2B5EF4-FFF2-40B4-BE49-F238E27FC236}">
                <a16:creationId xmlns:a16="http://schemas.microsoft.com/office/drawing/2014/main" id="{D87D0EBC-7B6E-3E13-7FBB-C6765FD50940}"/>
              </a:ext>
            </a:extLst>
          </p:cNvPr>
          <p:cNvSpPr>
            <a:spLocks noGrp="1" noChangeArrowheads="1"/>
          </p:cNvSpPr>
          <p:nvPr>
            <p:ph type="body" idx="1"/>
          </p:nvPr>
        </p:nvSpPr>
        <p:spPr/>
        <p:txBody>
          <a:bodyPr/>
          <a:lstStyle/>
          <a:p>
            <a:endParaRPr lang="zh-TW" alt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5D3FD0AE-C3A7-8B5E-E111-64F6C9DE5FCB}"/>
              </a:ext>
            </a:extLst>
          </p:cNvPr>
          <p:cNvSpPr>
            <a:spLocks noGrp="1" noChangeArrowheads="1"/>
          </p:cNvSpPr>
          <p:nvPr>
            <p:ph type="sldNum" sz="quarter" idx="5"/>
          </p:nvPr>
        </p:nvSpPr>
        <p:spPr>
          <a:ln/>
        </p:spPr>
        <p:txBody>
          <a:bodyPr/>
          <a:lstStyle/>
          <a:p>
            <a:fld id="{D6846A5F-B1FB-DA48-AEC6-3EDCD2C46DA8}" type="slidenum">
              <a:rPr lang="zh-TW" altLang="en-US"/>
              <a:pPr/>
              <a:t>18</a:t>
            </a:fld>
            <a:endParaRPr lang="en-US" altLang="zh-TW"/>
          </a:p>
        </p:txBody>
      </p:sp>
      <p:sp>
        <p:nvSpPr>
          <p:cNvPr id="704514" name="Rectangle 2">
            <a:extLst>
              <a:ext uri="{FF2B5EF4-FFF2-40B4-BE49-F238E27FC236}">
                <a16:creationId xmlns:a16="http://schemas.microsoft.com/office/drawing/2014/main" id="{D1EB0518-57C5-932F-B39A-E0469620D8F6}"/>
              </a:ext>
            </a:extLst>
          </p:cNvPr>
          <p:cNvSpPr>
            <a:spLocks noRot="1" noChangeArrowheads="1" noTextEdit="1"/>
          </p:cNvSpPr>
          <p:nvPr>
            <p:ph type="sldImg"/>
          </p:nvPr>
        </p:nvSpPr>
        <p:spPr>
          <a:ln/>
        </p:spPr>
      </p:sp>
      <p:sp>
        <p:nvSpPr>
          <p:cNvPr id="704515" name="Rectangle 3">
            <a:extLst>
              <a:ext uri="{FF2B5EF4-FFF2-40B4-BE49-F238E27FC236}">
                <a16:creationId xmlns:a16="http://schemas.microsoft.com/office/drawing/2014/main" id="{182A0014-DEFB-33C1-EF56-92BC2BD8630E}"/>
              </a:ext>
            </a:extLst>
          </p:cNvPr>
          <p:cNvSpPr>
            <a:spLocks noGrp="1" noChangeArrowheads="1"/>
          </p:cNvSpPr>
          <p:nvPr>
            <p:ph type="body" idx="1"/>
          </p:nvPr>
        </p:nvSpPr>
        <p:spPr/>
        <p:txBody>
          <a:bodyPr/>
          <a:lstStyle/>
          <a:p>
            <a:endParaRPr lang="zh-TW" alt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EFB708F3-5F3B-4CA2-31C7-7054B7ACB1F7}"/>
              </a:ext>
            </a:extLst>
          </p:cNvPr>
          <p:cNvSpPr>
            <a:spLocks noGrp="1" noChangeArrowheads="1"/>
          </p:cNvSpPr>
          <p:nvPr>
            <p:ph type="sldNum" sz="quarter" idx="5"/>
          </p:nvPr>
        </p:nvSpPr>
        <p:spPr>
          <a:ln/>
        </p:spPr>
        <p:txBody>
          <a:bodyPr/>
          <a:lstStyle/>
          <a:p>
            <a:fld id="{7C668BD7-CD25-174E-AE9D-C8DCCDCA6E24}" type="slidenum">
              <a:rPr lang="zh-TW" altLang="en-US"/>
              <a:pPr/>
              <a:t>19</a:t>
            </a:fld>
            <a:endParaRPr lang="en-US" altLang="zh-TW"/>
          </a:p>
        </p:txBody>
      </p:sp>
      <p:sp>
        <p:nvSpPr>
          <p:cNvPr id="705538" name="Rectangle 2">
            <a:extLst>
              <a:ext uri="{FF2B5EF4-FFF2-40B4-BE49-F238E27FC236}">
                <a16:creationId xmlns:a16="http://schemas.microsoft.com/office/drawing/2014/main" id="{AED301D8-5D4E-899F-A567-B1A1A75A5328}"/>
              </a:ext>
            </a:extLst>
          </p:cNvPr>
          <p:cNvSpPr>
            <a:spLocks noRot="1" noChangeArrowheads="1" noTextEdit="1"/>
          </p:cNvSpPr>
          <p:nvPr>
            <p:ph type="sldImg"/>
          </p:nvPr>
        </p:nvSpPr>
        <p:spPr>
          <a:ln/>
        </p:spPr>
      </p:sp>
      <p:sp>
        <p:nvSpPr>
          <p:cNvPr id="705539" name="Rectangle 3">
            <a:extLst>
              <a:ext uri="{FF2B5EF4-FFF2-40B4-BE49-F238E27FC236}">
                <a16:creationId xmlns:a16="http://schemas.microsoft.com/office/drawing/2014/main" id="{566ED8A6-F91B-F7B5-08A2-CC37D1BA4CCD}"/>
              </a:ext>
            </a:extLst>
          </p:cNvPr>
          <p:cNvSpPr>
            <a:spLocks noGrp="1" noChangeArrowheads="1"/>
          </p:cNvSpPr>
          <p:nvPr>
            <p:ph type="body" idx="1"/>
          </p:nvPr>
        </p:nvSpPr>
        <p:spPr/>
        <p:txBody>
          <a:bodyPr/>
          <a:lstStyle/>
          <a:p>
            <a:endParaRPr lang="zh-TW" alt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5BA1217D-A716-C16C-300D-55BF66A7442F}"/>
              </a:ext>
            </a:extLst>
          </p:cNvPr>
          <p:cNvSpPr>
            <a:spLocks noGrp="1" noChangeArrowheads="1"/>
          </p:cNvSpPr>
          <p:nvPr>
            <p:ph type="sldNum" sz="quarter" idx="5"/>
          </p:nvPr>
        </p:nvSpPr>
        <p:spPr>
          <a:ln/>
        </p:spPr>
        <p:txBody>
          <a:bodyPr/>
          <a:lstStyle/>
          <a:p>
            <a:fld id="{A6658853-004F-364E-9FF9-9E7E4CDB75CD}" type="slidenum">
              <a:rPr lang="zh-TW" altLang="en-US"/>
              <a:pPr/>
              <a:t>20</a:t>
            </a:fld>
            <a:endParaRPr lang="en-US" altLang="zh-TW"/>
          </a:p>
        </p:txBody>
      </p:sp>
      <p:sp>
        <p:nvSpPr>
          <p:cNvPr id="706562" name="Rectangle 2">
            <a:extLst>
              <a:ext uri="{FF2B5EF4-FFF2-40B4-BE49-F238E27FC236}">
                <a16:creationId xmlns:a16="http://schemas.microsoft.com/office/drawing/2014/main" id="{86ECCE9A-4D31-6C0A-5344-75F8899CEE87}"/>
              </a:ext>
            </a:extLst>
          </p:cNvPr>
          <p:cNvSpPr>
            <a:spLocks noRot="1" noChangeArrowheads="1" noTextEdit="1"/>
          </p:cNvSpPr>
          <p:nvPr>
            <p:ph type="sldImg"/>
          </p:nvPr>
        </p:nvSpPr>
        <p:spPr>
          <a:ln/>
        </p:spPr>
      </p:sp>
      <p:sp>
        <p:nvSpPr>
          <p:cNvPr id="706563" name="Rectangle 3">
            <a:extLst>
              <a:ext uri="{FF2B5EF4-FFF2-40B4-BE49-F238E27FC236}">
                <a16:creationId xmlns:a16="http://schemas.microsoft.com/office/drawing/2014/main" id="{50069816-A2EC-5134-C691-9F7CABCEAB3A}"/>
              </a:ext>
            </a:extLst>
          </p:cNvPr>
          <p:cNvSpPr>
            <a:spLocks noGrp="1" noChangeArrowheads="1"/>
          </p:cNvSpPr>
          <p:nvPr>
            <p:ph type="body" idx="1"/>
          </p:nvPr>
        </p:nvSpPr>
        <p:spPr/>
        <p:txBody>
          <a:bodyPr/>
          <a:lstStyle/>
          <a:p>
            <a:endParaRPr lang="zh-TW" alt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793C707F-0661-696B-87F8-3FC5D4342E4D}"/>
              </a:ext>
            </a:extLst>
          </p:cNvPr>
          <p:cNvSpPr>
            <a:spLocks noGrp="1" noChangeArrowheads="1"/>
          </p:cNvSpPr>
          <p:nvPr>
            <p:ph type="sldNum" sz="quarter" idx="5"/>
          </p:nvPr>
        </p:nvSpPr>
        <p:spPr>
          <a:ln/>
        </p:spPr>
        <p:txBody>
          <a:bodyPr/>
          <a:lstStyle/>
          <a:p>
            <a:fld id="{1F46428E-E31A-A44C-88FA-D824FADEC3F4}" type="slidenum">
              <a:rPr lang="zh-TW" altLang="en-US"/>
              <a:pPr/>
              <a:t>21</a:t>
            </a:fld>
            <a:endParaRPr lang="en-US" altLang="zh-TW"/>
          </a:p>
        </p:txBody>
      </p:sp>
      <p:sp>
        <p:nvSpPr>
          <p:cNvPr id="708610" name="Rectangle 2">
            <a:extLst>
              <a:ext uri="{FF2B5EF4-FFF2-40B4-BE49-F238E27FC236}">
                <a16:creationId xmlns:a16="http://schemas.microsoft.com/office/drawing/2014/main" id="{FACA0CBB-9747-37E1-AB3A-B254BA8540BA}"/>
              </a:ext>
            </a:extLst>
          </p:cNvPr>
          <p:cNvSpPr>
            <a:spLocks noRot="1" noChangeArrowheads="1" noTextEdit="1"/>
          </p:cNvSpPr>
          <p:nvPr>
            <p:ph type="sldImg"/>
          </p:nvPr>
        </p:nvSpPr>
        <p:spPr>
          <a:ln/>
        </p:spPr>
      </p:sp>
      <p:sp>
        <p:nvSpPr>
          <p:cNvPr id="708611" name="Rectangle 3">
            <a:extLst>
              <a:ext uri="{FF2B5EF4-FFF2-40B4-BE49-F238E27FC236}">
                <a16:creationId xmlns:a16="http://schemas.microsoft.com/office/drawing/2014/main" id="{88AE9C3F-F41D-399A-BF3A-C9B50BC93C97}"/>
              </a:ext>
            </a:extLst>
          </p:cNvPr>
          <p:cNvSpPr>
            <a:spLocks noGrp="1" noChangeArrowheads="1"/>
          </p:cNvSpPr>
          <p:nvPr>
            <p:ph type="body" idx="1"/>
          </p:nvPr>
        </p:nvSpPr>
        <p:spPr/>
        <p:txBody>
          <a:bodyPr/>
          <a:lstStyle/>
          <a:p>
            <a:endParaRPr lang="zh-TW" alt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5874F78B-CCB8-A6A5-E59E-6425AD10474C}"/>
              </a:ext>
            </a:extLst>
          </p:cNvPr>
          <p:cNvSpPr>
            <a:spLocks noGrp="1" noChangeArrowheads="1"/>
          </p:cNvSpPr>
          <p:nvPr>
            <p:ph type="sldNum" sz="quarter" idx="5"/>
          </p:nvPr>
        </p:nvSpPr>
        <p:spPr>
          <a:ln/>
        </p:spPr>
        <p:txBody>
          <a:bodyPr/>
          <a:lstStyle/>
          <a:p>
            <a:fld id="{778F1E4A-0660-884E-8006-2E8D52CC6D1B}" type="slidenum">
              <a:rPr lang="zh-TW" altLang="en-US"/>
              <a:pPr/>
              <a:t>22</a:t>
            </a:fld>
            <a:endParaRPr lang="en-US" altLang="zh-TW"/>
          </a:p>
        </p:txBody>
      </p:sp>
      <p:sp>
        <p:nvSpPr>
          <p:cNvPr id="709634" name="Rectangle 2">
            <a:extLst>
              <a:ext uri="{FF2B5EF4-FFF2-40B4-BE49-F238E27FC236}">
                <a16:creationId xmlns:a16="http://schemas.microsoft.com/office/drawing/2014/main" id="{0E17C25F-8D11-5AB1-555D-74008D2CE015}"/>
              </a:ext>
            </a:extLst>
          </p:cNvPr>
          <p:cNvSpPr>
            <a:spLocks noRot="1" noChangeArrowheads="1" noTextEdit="1"/>
          </p:cNvSpPr>
          <p:nvPr>
            <p:ph type="sldImg"/>
          </p:nvPr>
        </p:nvSpPr>
        <p:spPr>
          <a:ln/>
        </p:spPr>
      </p:sp>
      <p:sp>
        <p:nvSpPr>
          <p:cNvPr id="709635" name="Rectangle 3">
            <a:extLst>
              <a:ext uri="{FF2B5EF4-FFF2-40B4-BE49-F238E27FC236}">
                <a16:creationId xmlns:a16="http://schemas.microsoft.com/office/drawing/2014/main" id="{482F4ADB-221B-6310-8417-4AEB50831E27}"/>
              </a:ext>
            </a:extLst>
          </p:cNvPr>
          <p:cNvSpPr>
            <a:spLocks noGrp="1" noChangeArrowheads="1"/>
          </p:cNvSpPr>
          <p:nvPr>
            <p:ph type="body" idx="1"/>
          </p:nvPr>
        </p:nvSpPr>
        <p:spPr/>
        <p:txBody>
          <a:bodyPr/>
          <a:lstStyle/>
          <a:p>
            <a:endParaRPr lang="zh-TW" alt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C3D77E99-A163-1E6A-A48F-6996134AA681}"/>
              </a:ext>
            </a:extLst>
          </p:cNvPr>
          <p:cNvSpPr>
            <a:spLocks noGrp="1" noChangeArrowheads="1"/>
          </p:cNvSpPr>
          <p:nvPr>
            <p:ph type="sldNum" sz="quarter" idx="5"/>
          </p:nvPr>
        </p:nvSpPr>
        <p:spPr>
          <a:ln/>
        </p:spPr>
        <p:txBody>
          <a:bodyPr/>
          <a:lstStyle/>
          <a:p>
            <a:fld id="{ED3ED2D4-AA2E-1A4E-89F7-6FD4893ADA81}" type="slidenum">
              <a:rPr lang="zh-TW" altLang="en-US"/>
              <a:pPr/>
              <a:t>23</a:t>
            </a:fld>
            <a:endParaRPr lang="en-US" altLang="zh-TW"/>
          </a:p>
        </p:txBody>
      </p:sp>
      <p:sp>
        <p:nvSpPr>
          <p:cNvPr id="710658" name="Rectangle 2">
            <a:extLst>
              <a:ext uri="{FF2B5EF4-FFF2-40B4-BE49-F238E27FC236}">
                <a16:creationId xmlns:a16="http://schemas.microsoft.com/office/drawing/2014/main" id="{CD961218-8CA7-DFFD-1D4C-13F794BCA540}"/>
              </a:ext>
            </a:extLst>
          </p:cNvPr>
          <p:cNvSpPr>
            <a:spLocks noRot="1" noChangeArrowheads="1" noTextEdit="1"/>
          </p:cNvSpPr>
          <p:nvPr>
            <p:ph type="sldImg"/>
          </p:nvPr>
        </p:nvSpPr>
        <p:spPr>
          <a:ln/>
        </p:spPr>
      </p:sp>
      <p:sp>
        <p:nvSpPr>
          <p:cNvPr id="710659" name="Rectangle 3">
            <a:extLst>
              <a:ext uri="{FF2B5EF4-FFF2-40B4-BE49-F238E27FC236}">
                <a16:creationId xmlns:a16="http://schemas.microsoft.com/office/drawing/2014/main" id="{D1423F13-C039-BDFC-E540-681ABF2B8E3C}"/>
              </a:ext>
            </a:extLst>
          </p:cNvPr>
          <p:cNvSpPr>
            <a:spLocks noGrp="1" noChangeArrowheads="1"/>
          </p:cNvSpPr>
          <p:nvPr>
            <p:ph type="body" idx="1"/>
          </p:nvPr>
        </p:nvSpPr>
        <p:spPr/>
        <p:txBody>
          <a:bodyPr/>
          <a:lstStyle/>
          <a:p>
            <a:endParaRPr lang="zh-TW" alt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66AF1F94-FBE6-3712-B464-FAF6CF5D50B8}"/>
              </a:ext>
            </a:extLst>
          </p:cNvPr>
          <p:cNvSpPr>
            <a:spLocks noGrp="1" noChangeArrowheads="1"/>
          </p:cNvSpPr>
          <p:nvPr>
            <p:ph type="sldNum" sz="quarter" idx="5"/>
          </p:nvPr>
        </p:nvSpPr>
        <p:spPr>
          <a:ln/>
        </p:spPr>
        <p:txBody>
          <a:bodyPr/>
          <a:lstStyle/>
          <a:p>
            <a:fld id="{77EEB45F-2637-7140-8DA2-216306748EF4}" type="slidenum">
              <a:rPr lang="zh-TW" altLang="en-US"/>
              <a:pPr/>
              <a:t>24</a:t>
            </a:fld>
            <a:endParaRPr lang="en-US" altLang="zh-TW"/>
          </a:p>
        </p:txBody>
      </p:sp>
      <p:sp>
        <p:nvSpPr>
          <p:cNvPr id="711682" name="Rectangle 2">
            <a:extLst>
              <a:ext uri="{FF2B5EF4-FFF2-40B4-BE49-F238E27FC236}">
                <a16:creationId xmlns:a16="http://schemas.microsoft.com/office/drawing/2014/main" id="{11DDA299-5E89-B017-DFD9-1E0AAF3D03CC}"/>
              </a:ext>
            </a:extLst>
          </p:cNvPr>
          <p:cNvSpPr>
            <a:spLocks noRot="1" noChangeArrowheads="1" noTextEdit="1"/>
          </p:cNvSpPr>
          <p:nvPr>
            <p:ph type="sldImg"/>
          </p:nvPr>
        </p:nvSpPr>
        <p:spPr>
          <a:ln/>
        </p:spPr>
      </p:sp>
      <p:sp>
        <p:nvSpPr>
          <p:cNvPr id="711683" name="Rectangle 3">
            <a:extLst>
              <a:ext uri="{FF2B5EF4-FFF2-40B4-BE49-F238E27FC236}">
                <a16:creationId xmlns:a16="http://schemas.microsoft.com/office/drawing/2014/main" id="{9A8F1C31-C87F-A677-0B2F-D8F87B2ECD0D}"/>
              </a:ext>
            </a:extLst>
          </p:cNvPr>
          <p:cNvSpPr>
            <a:spLocks noGrp="1" noChangeArrowheads="1"/>
          </p:cNvSpPr>
          <p:nvPr>
            <p:ph type="body" idx="1"/>
          </p:nvPr>
        </p:nvSpPr>
        <p:spPr/>
        <p:txBody>
          <a:bodyPr/>
          <a:lstStyle/>
          <a:p>
            <a:endParaRPr lang="zh-TW" alt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46CFAB33-C5A0-519A-16E5-FE932B290262}"/>
              </a:ext>
            </a:extLst>
          </p:cNvPr>
          <p:cNvSpPr>
            <a:spLocks noGrp="1" noChangeArrowheads="1"/>
          </p:cNvSpPr>
          <p:nvPr>
            <p:ph type="sldNum" sz="quarter" idx="5"/>
          </p:nvPr>
        </p:nvSpPr>
        <p:spPr>
          <a:ln/>
        </p:spPr>
        <p:txBody>
          <a:bodyPr/>
          <a:lstStyle/>
          <a:p>
            <a:fld id="{56D5EB0A-9A47-4347-B245-2A0F4E50288F}" type="slidenum">
              <a:rPr lang="zh-TW" altLang="en-US"/>
              <a:pPr/>
              <a:t>25</a:t>
            </a:fld>
            <a:endParaRPr lang="en-US" altLang="zh-TW"/>
          </a:p>
        </p:txBody>
      </p:sp>
      <p:sp>
        <p:nvSpPr>
          <p:cNvPr id="712706" name="Rectangle 2">
            <a:extLst>
              <a:ext uri="{FF2B5EF4-FFF2-40B4-BE49-F238E27FC236}">
                <a16:creationId xmlns:a16="http://schemas.microsoft.com/office/drawing/2014/main" id="{314F3F94-437A-A5BE-0BD0-397517FB24D3}"/>
              </a:ext>
            </a:extLst>
          </p:cNvPr>
          <p:cNvSpPr>
            <a:spLocks noRot="1" noChangeArrowheads="1" noTextEdit="1"/>
          </p:cNvSpPr>
          <p:nvPr>
            <p:ph type="sldImg"/>
          </p:nvPr>
        </p:nvSpPr>
        <p:spPr>
          <a:ln/>
        </p:spPr>
      </p:sp>
      <p:sp>
        <p:nvSpPr>
          <p:cNvPr id="712707" name="Rectangle 3">
            <a:extLst>
              <a:ext uri="{FF2B5EF4-FFF2-40B4-BE49-F238E27FC236}">
                <a16:creationId xmlns:a16="http://schemas.microsoft.com/office/drawing/2014/main" id="{64B01771-8651-FCAC-47BB-84EDA34A0382}"/>
              </a:ext>
            </a:extLst>
          </p:cNvPr>
          <p:cNvSpPr>
            <a:spLocks noGrp="1" noChangeArrowheads="1"/>
          </p:cNvSpPr>
          <p:nvPr>
            <p:ph type="body" idx="1"/>
          </p:nvPr>
        </p:nvSpPr>
        <p:spPr/>
        <p:txBody>
          <a:bodyPr/>
          <a:lstStyle/>
          <a:p>
            <a:endParaRPr lang="zh-TW" alt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EEF2D814-1720-11C8-0998-292244319D02}"/>
              </a:ext>
            </a:extLst>
          </p:cNvPr>
          <p:cNvSpPr>
            <a:spLocks noGrp="1" noChangeArrowheads="1"/>
          </p:cNvSpPr>
          <p:nvPr>
            <p:ph type="sldNum" sz="quarter" idx="5"/>
          </p:nvPr>
        </p:nvSpPr>
        <p:spPr>
          <a:ln/>
        </p:spPr>
        <p:txBody>
          <a:bodyPr/>
          <a:lstStyle/>
          <a:p>
            <a:fld id="{B0A36B03-F728-564B-9A43-E191179381D2}" type="slidenum">
              <a:rPr lang="zh-TW" altLang="en-US"/>
              <a:pPr/>
              <a:t>26</a:t>
            </a:fld>
            <a:endParaRPr lang="en-US" altLang="zh-TW"/>
          </a:p>
        </p:txBody>
      </p:sp>
      <p:sp>
        <p:nvSpPr>
          <p:cNvPr id="713730" name="Rectangle 2">
            <a:extLst>
              <a:ext uri="{FF2B5EF4-FFF2-40B4-BE49-F238E27FC236}">
                <a16:creationId xmlns:a16="http://schemas.microsoft.com/office/drawing/2014/main" id="{478CDEB9-3033-E0D7-3C0B-42E467D16026}"/>
              </a:ext>
            </a:extLst>
          </p:cNvPr>
          <p:cNvSpPr>
            <a:spLocks noRot="1" noChangeArrowheads="1" noTextEdit="1"/>
          </p:cNvSpPr>
          <p:nvPr>
            <p:ph type="sldImg"/>
          </p:nvPr>
        </p:nvSpPr>
        <p:spPr>
          <a:ln/>
        </p:spPr>
      </p:sp>
      <p:sp>
        <p:nvSpPr>
          <p:cNvPr id="713731" name="Rectangle 3">
            <a:extLst>
              <a:ext uri="{FF2B5EF4-FFF2-40B4-BE49-F238E27FC236}">
                <a16:creationId xmlns:a16="http://schemas.microsoft.com/office/drawing/2014/main" id="{993D5031-B532-359D-0B10-D4A5119C7F62}"/>
              </a:ext>
            </a:extLst>
          </p:cNvPr>
          <p:cNvSpPr>
            <a:spLocks noGrp="1" noChangeArrowheads="1"/>
          </p:cNvSpPr>
          <p:nvPr>
            <p:ph type="body" idx="1"/>
          </p:nvPr>
        </p:nvSpPr>
        <p:spPr/>
        <p:txBody>
          <a:bodyPr/>
          <a:lstStyle/>
          <a:p>
            <a:endParaRPr lang="zh-TW" altLang="en-U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4B4814C5-0689-3F0B-233F-6F19B076579A}"/>
              </a:ext>
            </a:extLst>
          </p:cNvPr>
          <p:cNvSpPr>
            <a:spLocks noGrp="1" noChangeArrowheads="1"/>
          </p:cNvSpPr>
          <p:nvPr>
            <p:ph type="sldNum" sz="quarter" idx="5"/>
          </p:nvPr>
        </p:nvSpPr>
        <p:spPr>
          <a:ln/>
        </p:spPr>
        <p:txBody>
          <a:bodyPr/>
          <a:lstStyle/>
          <a:p>
            <a:fld id="{F55E6B59-C20F-5A4C-9C02-63A225E0C9FC}" type="slidenum">
              <a:rPr lang="zh-TW" altLang="en-US"/>
              <a:pPr/>
              <a:t>27</a:t>
            </a:fld>
            <a:endParaRPr lang="en-US" altLang="zh-TW"/>
          </a:p>
        </p:txBody>
      </p:sp>
      <p:sp>
        <p:nvSpPr>
          <p:cNvPr id="714754" name="Rectangle 2">
            <a:extLst>
              <a:ext uri="{FF2B5EF4-FFF2-40B4-BE49-F238E27FC236}">
                <a16:creationId xmlns:a16="http://schemas.microsoft.com/office/drawing/2014/main" id="{417ED03D-0A39-A305-F49E-C41EB3F5F2D9}"/>
              </a:ext>
            </a:extLst>
          </p:cNvPr>
          <p:cNvSpPr>
            <a:spLocks noRot="1" noChangeArrowheads="1" noTextEdit="1"/>
          </p:cNvSpPr>
          <p:nvPr>
            <p:ph type="sldImg"/>
          </p:nvPr>
        </p:nvSpPr>
        <p:spPr>
          <a:ln/>
        </p:spPr>
      </p:sp>
      <p:sp>
        <p:nvSpPr>
          <p:cNvPr id="714755" name="Rectangle 3">
            <a:extLst>
              <a:ext uri="{FF2B5EF4-FFF2-40B4-BE49-F238E27FC236}">
                <a16:creationId xmlns:a16="http://schemas.microsoft.com/office/drawing/2014/main" id="{A1BE4B18-E681-B67B-01D7-FB61C01ED802}"/>
              </a:ext>
            </a:extLst>
          </p:cNvPr>
          <p:cNvSpPr>
            <a:spLocks noGrp="1" noChangeArrowheads="1"/>
          </p:cNvSpPr>
          <p:nvPr>
            <p:ph type="body" idx="1"/>
          </p:nvPr>
        </p:nvSpPr>
        <p:spPr/>
        <p:txBody>
          <a:bodyPr/>
          <a:lstStyle/>
          <a:p>
            <a:endParaRPr lang="zh-TW" altLang="en-US"/>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913F316E-CD2F-CFEB-BEEF-105A8DC4EDE1}"/>
              </a:ext>
            </a:extLst>
          </p:cNvPr>
          <p:cNvSpPr>
            <a:spLocks noGrp="1" noChangeArrowheads="1"/>
          </p:cNvSpPr>
          <p:nvPr>
            <p:ph type="sldNum" sz="quarter" idx="5"/>
          </p:nvPr>
        </p:nvSpPr>
        <p:spPr>
          <a:ln/>
        </p:spPr>
        <p:txBody>
          <a:bodyPr/>
          <a:lstStyle/>
          <a:p>
            <a:fld id="{05484711-8D66-AC4E-BBB3-9092BAD1EDE6}" type="slidenum">
              <a:rPr lang="zh-TW" altLang="en-US"/>
              <a:pPr/>
              <a:t>28</a:t>
            </a:fld>
            <a:endParaRPr lang="en-US" altLang="zh-TW"/>
          </a:p>
        </p:txBody>
      </p:sp>
      <p:sp>
        <p:nvSpPr>
          <p:cNvPr id="715778" name="Rectangle 2">
            <a:extLst>
              <a:ext uri="{FF2B5EF4-FFF2-40B4-BE49-F238E27FC236}">
                <a16:creationId xmlns:a16="http://schemas.microsoft.com/office/drawing/2014/main" id="{0DB6FB1A-0F6F-D514-6087-44557446CF81}"/>
              </a:ext>
            </a:extLst>
          </p:cNvPr>
          <p:cNvSpPr>
            <a:spLocks noRot="1" noChangeArrowheads="1" noTextEdit="1"/>
          </p:cNvSpPr>
          <p:nvPr>
            <p:ph type="sldImg"/>
          </p:nvPr>
        </p:nvSpPr>
        <p:spPr>
          <a:ln/>
        </p:spPr>
      </p:sp>
      <p:sp>
        <p:nvSpPr>
          <p:cNvPr id="715779" name="Rectangle 3">
            <a:extLst>
              <a:ext uri="{FF2B5EF4-FFF2-40B4-BE49-F238E27FC236}">
                <a16:creationId xmlns:a16="http://schemas.microsoft.com/office/drawing/2014/main" id="{CB197E80-826B-BDE5-7AB4-72808D87BB38}"/>
              </a:ext>
            </a:extLst>
          </p:cNvPr>
          <p:cNvSpPr>
            <a:spLocks noGrp="1" noChangeArrowheads="1"/>
          </p:cNvSpPr>
          <p:nvPr>
            <p:ph type="body" idx="1"/>
          </p:nvPr>
        </p:nvSpPr>
        <p:spPr/>
        <p:txBody>
          <a:bodyPr/>
          <a:lstStyle/>
          <a:p>
            <a:endParaRPr lang="zh-TW" altLang="en-US"/>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60AF7743-8320-1991-8302-FFF273C25357}"/>
              </a:ext>
            </a:extLst>
          </p:cNvPr>
          <p:cNvSpPr>
            <a:spLocks noGrp="1" noChangeArrowheads="1"/>
          </p:cNvSpPr>
          <p:nvPr>
            <p:ph type="sldNum" sz="quarter" idx="5"/>
          </p:nvPr>
        </p:nvSpPr>
        <p:spPr>
          <a:ln/>
        </p:spPr>
        <p:txBody>
          <a:bodyPr/>
          <a:lstStyle/>
          <a:p>
            <a:fld id="{0A74E172-FB54-0C49-997E-4A5DE8F444F0}" type="slidenum">
              <a:rPr lang="zh-TW" altLang="en-US"/>
              <a:pPr/>
              <a:t>29</a:t>
            </a:fld>
            <a:endParaRPr lang="en-US" altLang="zh-TW"/>
          </a:p>
        </p:txBody>
      </p:sp>
      <p:sp>
        <p:nvSpPr>
          <p:cNvPr id="716802" name="Rectangle 2">
            <a:extLst>
              <a:ext uri="{FF2B5EF4-FFF2-40B4-BE49-F238E27FC236}">
                <a16:creationId xmlns:a16="http://schemas.microsoft.com/office/drawing/2014/main" id="{43BF9388-EA01-4EA1-08F3-625CF31DD9DB}"/>
              </a:ext>
            </a:extLst>
          </p:cNvPr>
          <p:cNvSpPr>
            <a:spLocks noRot="1" noChangeArrowheads="1" noTextEdit="1"/>
          </p:cNvSpPr>
          <p:nvPr>
            <p:ph type="sldImg"/>
          </p:nvPr>
        </p:nvSpPr>
        <p:spPr>
          <a:ln/>
        </p:spPr>
      </p:sp>
      <p:sp>
        <p:nvSpPr>
          <p:cNvPr id="716803" name="Rectangle 3">
            <a:extLst>
              <a:ext uri="{FF2B5EF4-FFF2-40B4-BE49-F238E27FC236}">
                <a16:creationId xmlns:a16="http://schemas.microsoft.com/office/drawing/2014/main" id="{A993A865-ED44-DBB6-51F5-07F03FC0E43A}"/>
              </a:ext>
            </a:extLst>
          </p:cNvPr>
          <p:cNvSpPr>
            <a:spLocks noGrp="1" noChangeArrowheads="1"/>
          </p:cNvSpPr>
          <p:nvPr>
            <p:ph type="body" idx="1"/>
          </p:nvPr>
        </p:nvSpPr>
        <p:spPr/>
        <p:txBody>
          <a:bodyPr/>
          <a:lstStyle/>
          <a:p>
            <a:endParaRPr lang="zh-TW" altLang="en-US"/>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4918718C-E40E-1311-7C7E-696940AA3320}"/>
              </a:ext>
            </a:extLst>
          </p:cNvPr>
          <p:cNvSpPr>
            <a:spLocks noGrp="1" noChangeArrowheads="1"/>
          </p:cNvSpPr>
          <p:nvPr>
            <p:ph type="sldNum" sz="quarter" idx="5"/>
          </p:nvPr>
        </p:nvSpPr>
        <p:spPr>
          <a:ln/>
        </p:spPr>
        <p:txBody>
          <a:bodyPr/>
          <a:lstStyle/>
          <a:p>
            <a:fld id="{9AE4435C-95B8-8D42-8B90-13F98E07B307}" type="slidenum">
              <a:rPr lang="zh-TW" altLang="en-US"/>
              <a:pPr/>
              <a:t>30</a:t>
            </a:fld>
            <a:endParaRPr lang="en-US" altLang="zh-TW"/>
          </a:p>
        </p:txBody>
      </p:sp>
      <p:sp>
        <p:nvSpPr>
          <p:cNvPr id="717826" name="Rectangle 2">
            <a:extLst>
              <a:ext uri="{FF2B5EF4-FFF2-40B4-BE49-F238E27FC236}">
                <a16:creationId xmlns:a16="http://schemas.microsoft.com/office/drawing/2014/main" id="{1B205145-F36A-5506-B87D-EB715EBC628E}"/>
              </a:ext>
            </a:extLst>
          </p:cNvPr>
          <p:cNvSpPr>
            <a:spLocks noRot="1" noChangeArrowheads="1" noTextEdit="1"/>
          </p:cNvSpPr>
          <p:nvPr>
            <p:ph type="sldImg"/>
          </p:nvPr>
        </p:nvSpPr>
        <p:spPr>
          <a:ln/>
        </p:spPr>
      </p:sp>
      <p:sp>
        <p:nvSpPr>
          <p:cNvPr id="717827" name="Rectangle 3">
            <a:extLst>
              <a:ext uri="{FF2B5EF4-FFF2-40B4-BE49-F238E27FC236}">
                <a16:creationId xmlns:a16="http://schemas.microsoft.com/office/drawing/2014/main" id="{B6FAF2D1-1516-82AA-0100-88D923F51E83}"/>
              </a:ext>
            </a:extLst>
          </p:cNvPr>
          <p:cNvSpPr>
            <a:spLocks noGrp="1" noChangeArrowheads="1"/>
          </p:cNvSpPr>
          <p:nvPr>
            <p:ph type="body" idx="1"/>
          </p:nvPr>
        </p:nvSpPr>
        <p:spPr/>
        <p:txBody>
          <a:bodyPr/>
          <a:lstStyle/>
          <a:p>
            <a:endParaRPr lang="zh-TW" altLang="en-US"/>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19466167-9BC3-6087-D08F-8479CD0F1461}"/>
              </a:ext>
            </a:extLst>
          </p:cNvPr>
          <p:cNvSpPr>
            <a:spLocks noGrp="1" noChangeArrowheads="1"/>
          </p:cNvSpPr>
          <p:nvPr>
            <p:ph type="sldNum" sz="quarter" idx="5"/>
          </p:nvPr>
        </p:nvSpPr>
        <p:spPr>
          <a:ln/>
        </p:spPr>
        <p:txBody>
          <a:bodyPr/>
          <a:lstStyle/>
          <a:p>
            <a:fld id="{33101D41-1F5E-E744-BA6C-FFCB7DC0B961}" type="slidenum">
              <a:rPr lang="zh-TW" altLang="en-US"/>
              <a:pPr/>
              <a:t>31</a:t>
            </a:fld>
            <a:endParaRPr lang="en-US" altLang="zh-TW"/>
          </a:p>
        </p:txBody>
      </p:sp>
      <p:sp>
        <p:nvSpPr>
          <p:cNvPr id="718850" name="Rectangle 2">
            <a:extLst>
              <a:ext uri="{FF2B5EF4-FFF2-40B4-BE49-F238E27FC236}">
                <a16:creationId xmlns:a16="http://schemas.microsoft.com/office/drawing/2014/main" id="{0E421436-45BA-DB43-977C-ECB75659E6CA}"/>
              </a:ext>
            </a:extLst>
          </p:cNvPr>
          <p:cNvSpPr>
            <a:spLocks noRot="1" noChangeArrowheads="1" noTextEdit="1"/>
          </p:cNvSpPr>
          <p:nvPr>
            <p:ph type="sldImg"/>
          </p:nvPr>
        </p:nvSpPr>
        <p:spPr>
          <a:ln/>
        </p:spPr>
      </p:sp>
      <p:sp>
        <p:nvSpPr>
          <p:cNvPr id="718851" name="Rectangle 3">
            <a:extLst>
              <a:ext uri="{FF2B5EF4-FFF2-40B4-BE49-F238E27FC236}">
                <a16:creationId xmlns:a16="http://schemas.microsoft.com/office/drawing/2014/main" id="{3CD3A9C5-73DF-B9DB-10DC-9BA5E2635CA0}"/>
              </a:ext>
            </a:extLst>
          </p:cNvPr>
          <p:cNvSpPr>
            <a:spLocks noGrp="1" noChangeArrowheads="1"/>
          </p:cNvSpPr>
          <p:nvPr>
            <p:ph type="body" idx="1"/>
          </p:nvPr>
        </p:nvSpPr>
        <p:spPr/>
        <p:txBody>
          <a:bodyPr/>
          <a:lstStyle/>
          <a:p>
            <a:endParaRPr lang="zh-TW" altLang="en-US"/>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F1BD6F08-74C9-3744-FBDC-940ED2FB884C}"/>
              </a:ext>
            </a:extLst>
          </p:cNvPr>
          <p:cNvSpPr>
            <a:spLocks noGrp="1" noChangeArrowheads="1"/>
          </p:cNvSpPr>
          <p:nvPr>
            <p:ph type="sldNum" sz="quarter" idx="5"/>
          </p:nvPr>
        </p:nvSpPr>
        <p:spPr>
          <a:ln/>
        </p:spPr>
        <p:txBody>
          <a:bodyPr/>
          <a:lstStyle/>
          <a:p>
            <a:fld id="{293D1073-FF83-224B-8AF6-BBF2111C8B4F}" type="slidenum">
              <a:rPr lang="zh-TW" altLang="en-US"/>
              <a:pPr/>
              <a:t>32</a:t>
            </a:fld>
            <a:endParaRPr lang="en-US" altLang="zh-TW"/>
          </a:p>
        </p:txBody>
      </p:sp>
      <p:sp>
        <p:nvSpPr>
          <p:cNvPr id="719874" name="Rectangle 2">
            <a:extLst>
              <a:ext uri="{FF2B5EF4-FFF2-40B4-BE49-F238E27FC236}">
                <a16:creationId xmlns:a16="http://schemas.microsoft.com/office/drawing/2014/main" id="{D1361FEF-A1FF-D641-EEF7-45DD5BCF433E}"/>
              </a:ext>
            </a:extLst>
          </p:cNvPr>
          <p:cNvSpPr>
            <a:spLocks noRot="1" noChangeArrowheads="1" noTextEdit="1"/>
          </p:cNvSpPr>
          <p:nvPr>
            <p:ph type="sldImg"/>
          </p:nvPr>
        </p:nvSpPr>
        <p:spPr>
          <a:ln/>
        </p:spPr>
      </p:sp>
      <p:sp>
        <p:nvSpPr>
          <p:cNvPr id="719875" name="Rectangle 3">
            <a:extLst>
              <a:ext uri="{FF2B5EF4-FFF2-40B4-BE49-F238E27FC236}">
                <a16:creationId xmlns:a16="http://schemas.microsoft.com/office/drawing/2014/main" id="{18595C90-A527-5DB9-CA5C-D5BDC197372E}"/>
              </a:ext>
            </a:extLst>
          </p:cNvPr>
          <p:cNvSpPr>
            <a:spLocks noGrp="1" noChangeArrowheads="1"/>
          </p:cNvSpPr>
          <p:nvPr>
            <p:ph type="body" idx="1"/>
          </p:nvPr>
        </p:nvSpPr>
        <p:spPr/>
        <p:txBody>
          <a:bodyPr/>
          <a:lstStyle/>
          <a:p>
            <a:endParaRPr lang="zh-TW" altLang="en-US"/>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482B39E9-C33D-6C31-CE5C-9C0335D81728}"/>
              </a:ext>
            </a:extLst>
          </p:cNvPr>
          <p:cNvSpPr>
            <a:spLocks noGrp="1" noChangeArrowheads="1"/>
          </p:cNvSpPr>
          <p:nvPr>
            <p:ph type="sldNum" sz="quarter" idx="5"/>
          </p:nvPr>
        </p:nvSpPr>
        <p:spPr>
          <a:ln/>
        </p:spPr>
        <p:txBody>
          <a:bodyPr/>
          <a:lstStyle/>
          <a:p>
            <a:fld id="{80C9830D-9F66-D44F-A162-B4FC41461ACD}" type="slidenum">
              <a:rPr lang="zh-TW" altLang="en-US"/>
              <a:pPr/>
              <a:t>33</a:t>
            </a:fld>
            <a:endParaRPr lang="en-US" altLang="zh-TW"/>
          </a:p>
        </p:txBody>
      </p:sp>
      <p:sp>
        <p:nvSpPr>
          <p:cNvPr id="720898" name="Rectangle 2">
            <a:extLst>
              <a:ext uri="{FF2B5EF4-FFF2-40B4-BE49-F238E27FC236}">
                <a16:creationId xmlns:a16="http://schemas.microsoft.com/office/drawing/2014/main" id="{5B4598F6-0381-9854-47BF-3F2E39492549}"/>
              </a:ext>
            </a:extLst>
          </p:cNvPr>
          <p:cNvSpPr>
            <a:spLocks noRot="1" noChangeArrowheads="1" noTextEdit="1"/>
          </p:cNvSpPr>
          <p:nvPr>
            <p:ph type="sldImg"/>
          </p:nvPr>
        </p:nvSpPr>
        <p:spPr>
          <a:ln/>
        </p:spPr>
      </p:sp>
      <p:sp>
        <p:nvSpPr>
          <p:cNvPr id="720899" name="Rectangle 3">
            <a:extLst>
              <a:ext uri="{FF2B5EF4-FFF2-40B4-BE49-F238E27FC236}">
                <a16:creationId xmlns:a16="http://schemas.microsoft.com/office/drawing/2014/main" id="{E5A6A1F3-C34F-C0A4-43E5-1334956B507A}"/>
              </a:ext>
            </a:extLst>
          </p:cNvPr>
          <p:cNvSpPr>
            <a:spLocks noGrp="1" noChangeArrowheads="1"/>
          </p:cNvSpPr>
          <p:nvPr>
            <p:ph type="body" idx="1"/>
          </p:nvPr>
        </p:nvSpPr>
        <p:spPr/>
        <p:txBody>
          <a:bodyPr/>
          <a:lstStyle/>
          <a:p>
            <a:endParaRPr lang="zh-TW" altLang="en-US"/>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D460EF82-0AB7-9472-0B08-856F2C3CCA5F}"/>
              </a:ext>
            </a:extLst>
          </p:cNvPr>
          <p:cNvSpPr>
            <a:spLocks noGrp="1" noChangeArrowheads="1"/>
          </p:cNvSpPr>
          <p:nvPr>
            <p:ph type="sldNum" sz="quarter" idx="5"/>
          </p:nvPr>
        </p:nvSpPr>
        <p:spPr>
          <a:ln/>
        </p:spPr>
        <p:txBody>
          <a:bodyPr/>
          <a:lstStyle/>
          <a:p>
            <a:fld id="{48448F4D-69B0-3F43-A932-A2AF6A93435C}" type="slidenum">
              <a:rPr lang="zh-TW" altLang="en-US"/>
              <a:pPr/>
              <a:t>34</a:t>
            </a:fld>
            <a:endParaRPr lang="en-US" altLang="zh-TW"/>
          </a:p>
        </p:txBody>
      </p:sp>
      <p:sp>
        <p:nvSpPr>
          <p:cNvPr id="721922" name="Rectangle 2">
            <a:extLst>
              <a:ext uri="{FF2B5EF4-FFF2-40B4-BE49-F238E27FC236}">
                <a16:creationId xmlns:a16="http://schemas.microsoft.com/office/drawing/2014/main" id="{CB92F61C-30D8-38DD-AC93-8835EE4BA7E0}"/>
              </a:ext>
            </a:extLst>
          </p:cNvPr>
          <p:cNvSpPr>
            <a:spLocks noRot="1" noChangeArrowheads="1" noTextEdit="1"/>
          </p:cNvSpPr>
          <p:nvPr>
            <p:ph type="sldImg"/>
          </p:nvPr>
        </p:nvSpPr>
        <p:spPr>
          <a:ln/>
        </p:spPr>
      </p:sp>
      <p:sp>
        <p:nvSpPr>
          <p:cNvPr id="721923" name="Rectangle 3">
            <a:extLst>
              <a:ext uri="{FF2B5EF4-FFF2-40B4-BE49-F238E27FC236}">
                <a16:creationId xmlns:a16="http://schemas.microsoft.com/office/drawing/2014/main" id="{04A5DE8D-96E2-06DD-78B5-B5F41832ABBA}"/>
              </a:ext>
            </a:extLst>
          </p:cNvPr>
          <p:cNvSpPr>
            <a:spLocks noGrp="1" noChangeArrowheads="1"/>
          </p:cNvSpPr>
          <p:nvPr>
            <p:ph type="body" idx="1"/>
          </p:nvPr>
        </p:nvSpPr>
        <p:spPr/>
        <p:txBody>
          <a:bodyPr/>
          <a:lstStyle/>
          <a:p>
            <a:endParaRPr lang="zh-TW" altLang="en-US"/>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A2BF0286-C36C-4E37-ED17-5337E8650AC2}"/>
              </a:ext>
            </a:extLst>
          </p:cNvPr>
          <p:cNvSpPr>
            <a:spLocks noGrp="1" noChangeArrowheads="1"/>
          </p:cNvSpPr>
          <p:nvPr>
            <p:ph type="sldNum" sz="quarter" idx="5"/>
          </p:nvPr>
        </p:nvSpPr>
        <p:spPr>
          <a:ln/>
        </p:spPr>
        <p:txBody>
          <a:bodyPr/>
          <a:lstStyle/>
          <a:p>
            <a:fld id="{02B778C9-DD01-834F-BDAA-B7977137C96A}" type="slidenum">
              <a:rPr lang="zh-TW" altLang="en-US"/>
              <a:pPr/>
              <a:t>35</a:t>
            </a:fld>
            <a:endParaRPr lang="en-US" altLang="zh-TW"/>
          </a:p>
        </p:txBody>
      </p:sp>
      <p:sp>
        <p:nvSpPr>
          <p:cNvPr id="722946" name="Rectangle 2">
            <a:extLst>
              <a:ext uri="{FF2B5EF4-FFF2-40B4-BE49-F238E27FC236}">
                <a16:creationId xmlns:a16="http://schemas.microsoft.com/office/drawing/2014/main" id="{FA9DAE8A-21C9-B165-3AF1-639C5D898183}"/>
              </a:ext>
            </a:extLst>
          </p:cNvPr>
          <p:cNvSpPr>
            <a:spLocks noRot="1" noChangeArrowheads="1" noTextEdit="1"/>
          </p:cNvSpPr>
          <p:nvPr>
            <p:ph type="sldImg"/>
          </p:nvPr>
        </p:nvSpPr>
        <p:spPr>
          <a:ln/>
        </p:spPr>
      </p:sp>
      <p:sp>
        <p:nvSpPr>
          <p:cNvPr id="722947" name="Rectangle 3">
            <a:extLst>
              <a:ext uri="{FF2B5EF4-FFF2-40B4-BE49-F238E27FC236}">
                <a16:creationId xmlns:a16="http://schemas.microsoft.com/office/drawing/2014/main" id="{9B35B50A-597A-BDFA-A5DB-B37834D325C9}"/>
              </a:ext>
            </a:extLst>
          </p:cNvPr>
          <p:cNvSpPr>
            <a:spLocks noGrp="1" noChangeArrowheads="1"/>
          </p:cNvSpPr>
          <p:nvPr>
            <p:ph type="body" idx="1"/>
          </p:nvPr>
        </p:nvSpPr>
        <p:spPr/>
        <p:txBody>
          <a:bodyPr/>
          <a:lstStyle/>
          <a:p>
            <a:endParaRPr lang="zh-TW" altLang="en-US"/>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C04A5F79-C5C1-B311-04A1-0F3C01367325}"/>
              </a:ext>
            </a:extLst>
          </p:cNvPr>
          <p:cNvSpPr>
            <a:spLocks noGrp="1" noChangeArrowheads="1"/>
          </p:cNvSpPr>
          <p:nvPr>
            <p:ph type="sldNum" sz="quarter" idx="5"/>
          </p:nvPr>
        </p:nvSpPr>
        <p:spPr>
          <a:ln/>
        </p:spPr>
        <p:txBody>
          <a:bodyPr/>
          <a:lstStyle/>
          <a:p>
            <a:fld id="{CB925246-EF30-9141-B976-62DFB651333E}" type="slidenum">
              <a:rPr lang="zh-TW" altLang="en-US"/>
              <a:pPr/>
              <a:t>36</a:t>
            </a:fld>
            <a:endParaRPr lang="en-US" altLang="zh-TW"/>
          </a:p>
        </p:txBody>
      </p:sp>
      <p:sp>
        <p:nvSpPr>
          <p:cNvPr id="723970" name="Rectangle 2">
            <a:extLst>
              <a:ext uri="{FF2B5EF4-FFF2-40B4-BE49-F238E27FC236}">
                <a16:creationId xmlns:a16="http://schemas.microsoft.com/office/drawing/2014/main" id="{5BA85D94-0A27-8F4D-7CE0-231F9543B4B9}"/>
              </a:ext>
            </a:extLst>
          </p:cNvPr>
          <p:cNvSpPr>
            <a:spLocks noRot="1" noChangeArrowheads="1" noTextEdit="1"/>
          </p:cNvSpPr>
          <p:nvPr>
            <p:ph type="sldImg"/>
          </p:nvPr>
        </p:nvSpPr>
        <p:spPr>
          <a:ln/>
        </p:spPr>
      </p:sp>
      <p:sp>
        <p:nvSpPr>
          <p:cNvPr id="723971" name="Rectangle 3">
            <a:extLst>
              <a:ext uri="{FF2B5EF4-FFF2-40B4-BE49-F238E27FC236}">
                <a16:creationId xmlns:a16="http://schemas.microsoft.com/office/drawing/2014/main" id="{F808FF01-25D2-FECD-BE7D-D21D2117CA45}"/>
              </a:ext>
            </a:extLst>
          </p:cNvPr>
          <p:cNvSpPr>
            <a:spLocks noGrp="1" noChangeArrowheads="1"/>
          </p:cNvSpPr>
          <p:nvPr>
            <p:ph type="body" idx="1"/>
          </p:nvPr>
        </p:nvSpPr>
        <p:spPr/>
        <p:txBody>
          <a:bodyPr/>
          <a:lstStyle/>
          <a:p>
            <a:endParaRPr lang="zh-TW" altLang="en-US"/>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33FEA6E0-B803-B218-36FD-B8008B6E2D29}"/>
              </a:ext>
            </a:extLst>
          </p:cNvPr>
          <p:cNvSpPr>
            <a:spLocks noGrp="1" noChangeArrowheads="1"/>
          </p:cNvSpPr>
          <p:nvPr>
            <p:ph type="sldNum" sz="quarter" idx="5"/>
          </p:nvPr>
        </p:nvSpPr>
        <p:spPr>
          <a:ln/>
        </p:spPr>
        <p:txBody>
          <a:bodyPr/>
          <a:lstStyle/>
          <a:p>
            <a:fld id="{FCE79231-0B78-C94C-91CB-C49EAC8FA277}" type="slidenum">
              <a:rPr lang="zh-TW" altLang="en-US"/>
              <a:pPr/>
              <a:t>37</a:t>
            </a:fld>
            <a:endParaRPr lang="en-US" altLang="zh-TW"/>
          </a:p>
        </p:txBody>
      </p:sp>
      <p:sp>
        <p:nvSpPr>
          <p:cNvPr id="724994" name="Rectangle 2">
            <a:extLst>
              <a:ext uri="{FF2B5EF4-FFF2-40B4-BE49-F238E27FC236}">
                <a16:creationId xmlns:a16="http://schemas.microsoft.com/office/drawing/2014/main" id="{E39C3FD6-D3CA-D315-75F8-D7DD0FB50F16}"/>
              </a:ext>
            </a:extLst>
          </p:cNvPr>
          <p:cNvSpPr>
            <a:spLocks noRot="1" noChangeArrowheads="1" noTextEdit="1"/>
          </p:cNvSpPr>
          <p:nvPr>
            <p:ph type="sldImg"/>
          </p:nvPr>
        </p:nvSpPr>
        <p:spPr>
          <a:ln/>
        </p:spPr>
      </p:sp>
      <p:sp>
        <p:nvSpPr>
          <p:cNvPr id="724995" name="Rectangle 3">
            <a:extLst>
              <a:ext uri="{FF2B5EF4-FFF2-40B4-BE49-F238E27FC236}">
                <a16:creationId xmlns:a16="http://schemas.microsoft.com/office/drawing/2014/main" id="{407AAB3F-470E-F6A5-1079-D40EC3EF36C5}"/>
              </a:ext>
            </a:extLst>
          </p:cNvPr>
          <p:cNvSpPr>
            <a:spLocks noGrp="1" noChangeArrowheads="1"/>
          </p:cNvSpPr>
          <p:nvPr>
            <p:ph type="body" idx="1"/>
          </p:nvPr>
        </p:nvSpPr>
        <p:spPr/>
        <p:txBody>
          <a:bodyPr/>
          <a:lstStyle/>
          <a:p>
            <a:endParaRPr lang="zh-TW" altLang="en-US"/>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99426062-1BD1-29EA-17D4-825419C6F0BC}"/>
              </a:ext>
            </a:extLst>
          </p:cNvPr>
          <p:cNvSpPr>
            <a:spLocks noGrp="1" noChangeArrowheads="1"/>
          </p:cNvSpPr>
          <p:nvPr>
            <p:ph type="sldNum" sz="quarter" idx="5"/>
          </p:nvPr>
        </p:nvSpPr>
        <p:spPr>
          <a:ln/>
        </p:spPr>
        <p:txBody>
          <a:bodyPr/>
          <a:lstStyle/>
          <a:p>
            <a:fld id="{637D895A-F697-8A48-B9D8-CB428754796B}" type="slidenum">
              <a:rPr lang="zh-TW" altLang="en-US"/>
              <a:pPr/>
              <a:t>38</a:t>
            </a:fld>
            <a:endParaRPr lang="en-US" altLang="zh-TW"/>
          </a:p>
        </p:txBody>
      </p:sp>
      <p:sp>
        <p:nvSpPr>
          <p:cNvPr id="726018" name="Rectangle 2">
            <a:extLst>
              <a:ext uri="{FF2B5EF4-FFF2-40B4-BE49-F238E27FC236}">
                <a16:creationId xmlns:a16="http://schemas.microsoft.com/office/drawing/2014/main" id="{00EDAC7E-4EEA-BF55-9102-01E4B1188361}"/>
              </a:ext>
            </a:extLst>
          </p:cNvPr>
          <p:cNvSpPr>
            <a:spLocks noRot="1" noChangeArrowheads="1" noTextEdit="1"/>
          </p:cNvSpPr>
          <p:nvPr>
            <p:ph type="sldImg"/>
          </p:nvPr>
        </p:nvSpPr>
        <p:spPr>
          <a:ln/>
        </p:spPr>
      </p:sp>
      <p:sp>
        <p:nvSpPr>
          <p:cNvPr id="726019" name="Rectangle 3">
            <a:extLst>
              <a:ext uri="{FF2B5EF4-FFF2-40B4-BE49-F238E27FC236}">
                <a16:creationId xmlns:a16="http://schemas.microsoft.com/office/drawing/2014/main" id="{C930185B-0699-5151-285B-9AB905FBF849}"/>
              </a:ext>
            </a:extLst>
          </p:cNvPr>
          <p:cNvSpPr>
            <a:spLocks noGrp="1" noChangeArrowheads="1"/>
          </p:cNvSpPr>
          <p:nvPr>
            <p:ph type="body" idx="1"/>
          </p:nvPr>
        </p:nvSpPr>
        <p:spPr/>
        <p:txBody>
          <a:bodyPr/>
          <a:lstStyle/>
          <a:p>
            <a:endParaRPr lang="zh-TW" altLang="en-US"/>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31EBA874-7B42-D688-C815-127923C91196}"/>
              </a:ext>
            </a:extLst>
          </p:cNvPr>
          <p:cNvSpPr>
            <a:spLocks noGrp="1" noChangeArrowheads="1"/>
          </p:cNvSpPr>
          <p:nvPr>
            <p:ph type="sldNum" sz="quarter" idx="5"/>
          </p:nvPr>
        </p:nvSpPr>
        <p:spPr>
          <a:ln/>
        </p:spPr>
        <p:txBody>
          <a:bodyPr/>
          <a:lstStyle/>
          <a:p>
            <a:fld id="{6BE983A8-7DB6-AA46-AFE7-C23AB04DBF73}" type="slidenum">
              <a:rPr lang="zh-TW" altLang="en-US"/>
              <a:pPr/>
              <a:t>39</a:t>
            </a:fld>
            <a:endParaRPr lang="en-US" altLang="zh-TW"/>
          </a:p>
        </p:txBody>
      </p:sp>
      <p:sp>
        <p:nvSpPr>
          <p:cNvPr id="727042" name="Rectangle 2">
            <a:extLst>
              <a:ext uri="{FF2B5EF4-FFF2-40B4-BE49-F238E27FC236}">
                <a16:creationId xmlns:a16="http://schemas.microsoft.com/office/drawing/2014/main" id="{39758923-A01F-68C9-5230-5DB9735DC3F4}"/>
              </a:ext>
            </a:extLst>
          </p:cNvPr>
          <p:cNvSpPr>
            <a:spLocks noRot="1" noChangeArrowheads="1" noTextEdit="1"/>
          </p:cNvSpPr>
          <p:nvPr>
            <p:ph type="sldImg"/>
          </p:nvPr>
        </p:nvSpPr>
        <p:spPr>
          <a:ln/>
        </p:spPr>
      </p:sp>
      <p:sp>
        <p:nvSpPr>
          <p:cNvPr id="727043" name="Rectangle 3">
            <a:extLst>
              <a:ext uri="{FF2B5EF4-FFF2-40B4-BE49-F238E27FC236}">
                <a16:creationId xmlns:a16="http://schemas.microsoft.com/office/drawing/2014/main" id="{D5754124-925D-D4F6-12DC-7CCED4BD68A4}"/>
              </a:ext>
            </a:extLst>
          </p:cNvPr>
          <p:cNvSpPr>
            <a:spLocks noGrp="1" noChangeArrowheads="1"/>
          </p:cNvSpPr>
          <p:nvPr>
            <p:ph type="body" idx="1"/>
          </p:nvPr>
        </p:nvSpPr>
        <p:spPr/>
        <p:txBody>
          <a:bodyPr/>
          <a:lstStyle/>
          <a:p>
            <a:endParaRPr lang="zh-TW" altLang="en-US"/>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0DD90AEA-2F7F-5D21-AB97-90DE74CF56C4}"/>
              </a:ext>
            </a:extLst>
          </p:cNvPr>
          <p:cNvSpPr>
            <a:spLocks noGrp="1" noChangeArrowheads="1"/>
          </p:cNvSpPr>
          <p:nvPr>
            <p:ph type="sldNum" sz="quarter" idx="5"/>
          </p:nvPr>
        </p:nvSpPr>
        <p:spPr>
          <a:ln/>
        </p:spPr>
        <p:txBody>
          <a:bodyPr/>
          <a:lstStyle/>
          <a:p>
            <a:fld id="{15C7E80D-02B4-1448-9FE8-5DB09D74C202}" type="slidenum">
              <a:rPr lang="zh-TW" altLang="en-US"/>
              <a:pPr/>
              <a:t>40</a:t>
            </a:fld>
            <a:endParaRPr lang="en-US" altLang="zh-TW"/>
          </a:p>
        </p:txBody>
      </p:sp>
      <p:sp>
        <p:nvSpPr>
          <p:cNvPr id="728066" name="Rectangle 2">
            <a:extLst>
              <a:ext uri="{FF2B5EF4-FFF2-40B4-BE49-F238E27FC236}">
                <a16:creationId xmlns:a16="http://schemas.microsoft.com/office/drawing/2014/main" id="{9E61D998-F0A8-59CD-8AE1-09E246DD4DE3}"/>
              </a:ext>
            </a:extLst>
          </p:cNvPr>
          <p:cNvSpPr>
            <a:spLocks noRot="1" noChangeArrowheads="1" noTextEdit="1"/>
          </p:cNvSpPr>
          <p:nvPr>
            <p:ph type="sldImg"/>
          </p:nvPr>
        </p:nvSpPr>
        <p:spPr>
          <a:ln/>
        </p:spPr>
      </p:sp>
      <p:sp>
        <p:nvSpPr>
          <p:cNvPr id="728067" name="Rectangle 3">
            <a:extLst>
              <a:ext uri="{FF2B5EF4-FFF2-40B4-BE49-F238E27FC236}">
                <a16:creationId xmlns:a16="http://schemas.microsoft.com/office/drawing/2014/main" id="{38EBFB83-AC01-5CC5-40C5-31D5E98FA2FE}"/>
              </a:ext>
            </a:extLst>
          </p:cNvPr>
          <p:cNvSpPr>
            <a:spLocks noGrp="1" noChangeArrowheads="1"/>
          </p:cNvSpPr>
          <p:nvPr>
            <p:ph type="body" idx="1"/>
          </p:nvPr>
        </p:nvSpPr>
        <p:spPr/>
        <p:txBody>
          <a:bodyPr/>
          <a:lstStyle/>
          <a:p>
            <a:endParaRPr lang="zh-TW" altLang="en-US"/>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784ABD09-3300-3C42-D80D-B1F49A8560E6}"/>
              </a:ext>
            </a:extLst>
          </p:cNvPr>
          <p:cNvSpPr>
            <a:spLocks noGrp="1" noChangeArrowheads="1"/>
          </p:cNvSpPr>
          <p:nvPr>
            <p:ph type="sldNum" sz="quarter" idx="5"/>
          </p:nvPr>
        </p:nvSpPr>
        <p:spPr>
          <a:ln/>
        </p:spPr>
        <p:txBody>
          <a:bodyPr/>
          <a:lstStyle/>
          <a:p>
            <a:fld id="{E3B1818D-EFE7-F445-8231-D50ABA4B815A}" type="slidenum">
              <a:rPr lang="zh-TW" altLang="en-US"/>
              <a:pPr/>
              <a:t>41</a:t>
            </a:fld>
            <a:endParaRPr lang="en-US" altLang="zh-TW"/>
          </a:p>
        </p:txBody>
      </p:sp>
      <p:sp>
        <p:nvSpPr>
          <p:cNvPr id="729090" name="Rectangle 2">
            <a:extLst>
              <a:ext uri="{FF2B5EF4-FFF2-40B4-BE49-F238E27FC236}">
                <a16:creationId xmlns:a16="http://schemas.microsoft.com/office/drawing/2014/main" id="{E0066F4F-FF72-A575-B245-C2B348A3E2A0}"/>
              </a:ext>
            </a:extLst>
          </p:cNvPr>
          <p:cNvSpPr>
            <a:spLocks noRot="1" noChangeArrowheads="1" noTextEdit="1"/>
          </p:cNvSpPr>
          <p:nvPr>
            <p:ph type="sldImg"/>
          </p:nvPr>
        </p:nvSpPr>
        <p:spPr>
          <a:ln/>
        </p:spPr>
      </p:sp>
      <p:sp>
        <p:nvSpPr>
          <p:cNvPr id="729091" name="Rectangle 3">
            <a:extLst>
              <a:ext uri="{FF2B5EF4-FFF2-40B4-BE49-F238E27FC236}">
                <a16:creationId xmlns:a16="http://schemas.microsoft.com/office/drawing/2014/main" id="{6B2FD079-636E-5580-BA8B-FE3DAD0A32B9}"/>
              </a:ext>
            </a:extLst>
          </p:cNvPr>
          <p:cNvSpPr>
            <a:spLocks noGrp="1" noChangeArrowheads="1"/>
          </p:cNvSpPr>
          <p:nvPr>
            <p:ph type="body" idx="1"/>
          </p:nvPr>
        </p:nvSpPr>
        <p:spPr/>
        <p:txBody>
          <a:bodyPr/>
          <a:lstStyle/>
          <a:p>
            <a:endParaRPr lang="zh-TW" altLang="en-US"/>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A4225B65-3456-5601-7D67-11D72F5C0348}"/>
              </a:ext>
            </a:extLst>
          </p:cNvPr>
          <p:cNvSpPr>
            <a:spLocks noGrp="1" noChangeArrowheads="1"/>
          </p:cNvSpPr>
          <p:nvPr>
            <p:ph type="sldNum" sz="quarter" idx="5"/>
          </p:nvPr>
        </p:nvSpPr>
        <p:spPr>
          <a:ln/>
        </p:spPr>
        <p:txBody>
          <a:bodyPr/>
          <a:lstStyle/>
          <a:p>
            <a:fld id="{03D79A3C-B397-D24C-8531-AE3EA3268104}" type="slidenum">
              <a:rPr lang="zh-TW" altLang="en-US"/>
              <a:pPr/>
              <a:t>42</a:t>
            </a:fld>
            <a:endParaRPr lang="en-US" altLang="zh-TW"/>
          </a:p>
        </p:txBody>
      </p:sp>
      <p:sp>
        <p:nvSpPr>
          <p:cNvPr id="730114" name="Rectangle 2">
            <a:extLst>
              <a:ext uri="{FF2B5EF4-FFF2-40B4-BE49-F238E27FC236}">
                <a16:creationId xmlns:a16="http://schemas.microsoft.com/office/drawing/2014/main" id="{353D07A4-4E8C-D1C2-944F-052FC8642BC0}"/>
              </a:ext>
            </a:extLst>
          </p:cNvPr>
          <p:cNvSpPr>
            <a:spLocks noRot="1" noChangeArrowheads="1" noTextEdit="1"/>
          </p:cNvSpPr>
          <p:nvPr>
            <p:ph type="sldImg"/>
          </p:nvPr>
        </p:nvSpPr>
        <p:spPr>
          <a:ln/>
        </p:spPr>
      </p:sp>
      <p:sp>
        <p:nvSpPr>
          <p:cNvPr id="730115" name="Rectangle 3">
            <a:extLst>
              <a:ext uri="{FF2B5EF4-FFF2-40B4-BE49-F238E27FC236}">
                <a16:creationId xmlns:a16="http://schemas.microsoft.com/office/drawing/2014/main" id="{2422105A-C583-C6F7-05A3-E2E08999584D}"/>
              </a:ext>
            </a:extLst>
          </p:cNvPr>
          <p:cNvSpPr>
            <a:spLocks noGrp="1" noChangeArrowheads="1"/>
          </p:cNvSpPr>
          <p:nvPr>
            <p:ph type="body" idx="1"/>
          </p:nvPr>
        </p:nvSpPr>
        <p:spPr/>
        <p:txBody>
          <a:bodyPr/>
          <a:lstStyle/>
          <a:p>
            <a:endParaRPr lang="zh-TW"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433667-6712-6068-CA92-55CD34E12DD7}"/>
              </a:ext>
            </a:extLst>
          </p:cNvPr>
          <p:cNvSpPr>
            <a:spLocks noGrp="1"/>
          </p:cNvSpPr>
          <p:nvPr>
            <p:ph type="ctrTitle"/>
          </p:nvPr>
        </p:nvSpPr>
        <p:spPr>
          <a:xfrm>
            <a:off x="1143000" y="1122363"/>
            <a:ext cx="6858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2A041AA2-7914-9E62-5265-17F2247E4AE9}"/>
              </a:ext>
            </a:extLst>
          </p:cNvPr>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9D420172-0B55-4AAB-F08D-0D1EF91DFE33}"/>
              </a:ext>
            </a:extLst>
          </p:cNvPr>
          <p:cNvSpPr>
            <a:spLocks noGrp="1"/>
          </p:cNvSpPr>
          <p:nvPr>
            <p:ph type="dt" sz="half" idx="10"/>
          </p:nvPr>
        </p:nvSpPr>
        <p:spPr/>
        <p:txBody>
          <a:bodyPr/>
          <a:lstStyle>
            <a:lvl1pPr>
              <a:defRPr/>
            </a:lvl1pPr>
          </a:lstStyle>
          <a:p>
            <a:endParaRPr lang="en-US" altLang="zh-TW"/>
          </a:p>
        </p:txBody>
      </p:sp>
      <p:sp>
        <p:nvSpPr>
          <p:cNvPr id="5" name="Footer Placeholder 4">
            <a:extLst>
              <a:ext uri="{FF2B5EF4-FFF2-40B4-BE49-F238E27FC236}">
                <a16:creationId xmlns:a16="http://schemas.microsoft.com/office/drawing/2014/main" id="{786661D8-CF92-F1DB-FA1B-EDA61BD0B705}"/>
              </a:ext>
            </a:extLst>
          </p:cNvPr>
          <p:cNvSpPr>
            <a:spLocks noGrp="1"/>
          </p:cNvSpPr>
          <p:nvPr>
            <p:ph type="ftr" sz="quarter" idx="11"/>
          </p:nvPr>
        </p:nvSpPr>
        <p:spPr/>
        <p:txBody>
          <a:bodyPr/>
          <a:lstStyle>
            <a:lvl1pPr>
              <a:defRPr/>
            </a:lvl1pPr>
          </a:lstStyle>
          <a:p>
            <a:r>
              <a:rPr lang="en-US" altLang="zh-TW"/>
              <a:t>NDSL, Chang Gung University, Copyright@2008</a:t>
            </a:r>
          </a:p>
        </p:txBody>
      </p:sp>
      <p:sp>
        <p:nvSpPr>
          <p:cNvPr id="6" name="Slide Number Placeholder 5">
            <a:extLst>
              <a:ext uri="{FF2B5EF4-FFF2-40B4-BE49-F238E27FC236}">
                <a16:creationId xmlns:a16="http://schemas.microsoft.com/office/drawing/2014/main" id="{972B3FAC-6860-2A55-AB14-B9CDA2E6A502}"/>
              </a:ext>
            </a:extLst>
          </p:cNvPr>
          <p:cNvSpPr>
            <a:spLocks noGrp="1"/>
          </p:cNvSpPr>
          <p:nvPr>
            <p:ph type="sldNum" sz="quarter" idx="12"/>
          </p:nvPr>
        </p:nvSpPr>
        <p:spPr/>
        <p:txBody>
          <a:bodyPr/>
          <a:lstStyle>
            <a:lvl1pPr>
              <a:defRPr/>
            </a:lvl1pPr>
          </a:lstStyle>
          <a:p>
            <a:r>
              <a:rPr lang="en-US" altLang="zh-TW"/>
              <a:t>2.</a:t>
            </a:r>
            <a:fld id="{122FB969-1E5C-0144-9171-4E1E497EE7AC}" type="slidenum">
              <a:rPr lang="en-US" altLang="zh-TW"/>
              <a:pPr/>
              <a:t>‹#›</a:t>
            </a:fld>
            <a:endParaRPr lang="en-US" altLang="zh-TW"/>
          </a:p>
        </p:txBody>
      </p:sp>
    </p:spTree>
    <p:extLst>
      <p:ext uri="{BB962C8B-B14F-4D97-AF65-F5344CB8AC3E}">
        <p14:creationId xmlns:p14="http://schemas.microsoft.com/office/powerpoint/2010/main" val="173554500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F58A2E-3111-85D5-3F18-E7DAD7ABFF19}"/>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A6BA6663-021F-7393-D81F-1F8A21E39D1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C528AA5-C19B-68C5-5735-B90BC0EB5171}"/>
              </a:ext>
            </a:extLst>
          </p:cNvPr>
          <p:cNvSpPr>
            <a:spLocks noGrp="1"/>
          </p:cNvSpPr>
          <p:nvPr>
            <p:ph type="dt" sz="half" idx="10"/>
          </p:nvPr>
        </p:nvSpPr>
        <p:spPr/>
        <p:txBody>
          <a:bodyPr/>
          <a:lstStyle>
            <a:lvl1pPr>
              <a:defRPr/>
            </a:lvl1pPr>
          </a:lstStyle>
          <a:p>
            <a:endParaRPr lang="en-US" altLang="zh-TW"/>
          </a:p>
        </p:txBody>
      </p:sp>
      <p:sp>
        <p:nvSpPr>
          <p:cNvPr id="5" name="Footer Placeholder 4">
            <a:extLst>
              <a:ext uri="{FF2B5EF4-FFF2-40B4-BE49-F238E27FC236}">
                <a16:creationId xmlns:a16="http://schemas.microsoft.com/office/drawing/2014/main" id="{DC641596-193B-CEDD-1624-927B3AD9E63D}"/>
              </a:ext>
            </a:extLst>
          </p:cNvPr>
          <p:cNvSpPr>
            <a:spLocks noGrp="1"/>
          </p:cNvSpPr>
          <p:nvPr>
            <p:ph type="ftr" sz="quarter" idx="11"/>
          </p:nvPr>
        </p:nvSpPr>
        <p:spPr/>
        <p:txBody>
          <a:bodyPr/>
          <a:lstStyle>
            <a:lvl1pPr>
              <a:defRPr/>
            </a:lvl1pPr>
          </a:lstStyle>
          <a:p>
            <a:r>
              <a:rPr lang="en-US" altLang="zh-TW"/>
              <a:t>NDSL, Chang Gung University, Copyright@2008</a:t>
            </a:r>
          </a:p>
        </p:txBody>
      </p:sp>
      <p:sp>
        <p:nvSpPr>
          <p:cNvPr id="6" name="Slide Number Placeholder 5">
            <a:extLst>
              <a:ext uri="{FF2B5EF4-FFF2-40B4-BE49-F238E27FC236}">
                <a16:creationId xmlns:a16="http://schemas.microsoft.com/office/drawing/2014/main" id="{4CEC86DB-A5B2-BFB0-7964-131DAA69BAB8}"/>
              </a:ext>
            </a:extLst>
          </p:cNvPr>
          <p:cNvSpPr>
            <a:spLocks noGrp="1"/>
          </p:cNvSpPr>
          <p:nvPr>
            <p:ph type="sldNum" sz="quarter" idx="12"/>
          </p:nvPr>
        </p:nvSpPr>
        <p:spPr/>
        <p:txBody>
          <a:bodyPr/>
          <a:lstStyle>
            <a:lvl1pPr>
              <a:defRPr/>
            </a:lvl1pPr>
          </a:lstStyle>
          <a:p>
            <a:r>
              <a:rPr lang="en-US" altLang="zh-TW"/>
              <a:t>2.</a:t>
            </a:r>
            <a:fld id="{BD09E00B-06EE-974E-9BD8-7135FBE774CA}" type="slidenum">
              <a:rPr lang="en-US" altLang="zh-TW"/>
              <a:pPr/>
              <a:t>‹#›</a:t>
            </a:fld>
            <a:endParaRPr lang="en-US" altLang="zh-TW"/>
          </a:p>
        </p:txBody>
      </p:sp>
    </p:spTree>
    <p:extLst>
      <p:ext uri="{BB962C8B-B14F-4D97-AF65-F5344CB8AC3E}">
        <p14:creationId xmlns:p14="http://schemas.microsoft.com/office/powerpoint/2010/main" val="6598154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7E5605-B00F-7E28-8051-A81C9C4F12C0}"/>
              </a:ext>
            </a:extLst>
          </p:cNvPr>
          <p:cNvSpPr>
            <a:spLocks noGrp="1"/>
          </p:cNvSpPr>
          <p:nvPr>
            <p:ph type="title"/>
          </p:nvPr>
        </p:nvSpPr>
        <p:spPr>
          <a:xfrm>
            <a:off x="623888" y="1709738"/>
            <a:ext cx="78867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D21E4FB1-4442-AC5B-A627-794DF6CC6EF8}"/>
              </a:ext>
            </a:extLst>
          </p:cNvPr>
          <p:cNvSpPr>
            <a:spLocks noGrp="1"/>
          </p:cNvSpPr>
          <p:nvPr>
            <p:ph type="body" idx="1"/>
          </p:nvPr>
        </p:nvSpPr>
        <p:spPr>
          <a:xfrm>
            <a:off x="623888" y="4589463"/>
            <a:ext cx="7886700"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en-US"/>
              <a:t>Click to edit Master text styles</a:t>
            </a:r>
          </a:p>
        </p:txBody>
      </p:sp>
      <p:sp>
        <p:nvSpPr>
          <p:cNvPr id="4" name="Date Placeholder 3">
            <a:extLst>
              <a:ext uri="{FF2B5EF4-FFF2-40B4-BE49-F238E27FC236}">
                <a16:creationId xmlns:a16="http://schemas.microsoft.com/office/drawing/2014/main" id="{4D3D9DAA-25BB-994D-2B41-F9C62235B91F}"/>
              </a:ext>
            </a:extLst>
          </p:cNvPr>
          <p:cNvSpPr>
            <a:spLocks noGrp="1"/>
          </p:cNvSpPr>
          <p:nvPr>
            <p:ph type="dt" sz="half" idx="10"/>
          </p:nvPr>
        </p:nvSpPr>
        <p:spPr/>
        <p:txBody>
          <a:bodyPr/>
          <a:lstStyle>
            <a:lvl1pPr>
              <a:defRPr/>
            </a:lvl1pPr>
          </a:lstStyle>
          <a:p>
            <a:endParaRPr lang="en-US" altLang="zh-TW"/>
          </a:p>
        </p:txBody>
      </p:sp>
      <p:sp>
        <p:nvSpPr>
          <p:cNvPr id="5" name="Footer Placeholder 4">
            <a:extLst>
              <a:ext uri="{FF2B5EF4-FFF2-40B4-BE49-F238E27FC236}">
                <a16:creationId xmlns:a16="http://schemas.microsoft.com/office/drawing/2014/main" id="{6C37C438-A564-9561-653B-FE743B5D4925}"/>
              </a:ext>
            </a:extLst>
          </p:cNvPr>
          <p:cNvSpPr>
            <a:spLocks noGrp="1"/>
          </p:cNvSpPr>
          <p:nvPr>
            <p:ph type="ftr" sz="quarter" idx="11"/>
          </p:nvPr>
        </p:nvSpPr>
        <p:spPr/>
        <p:txBody>
          <a:bodyPr/>
          <a:lstStyle>
            <a:lvl1pPr>
              <a:defRPr/>
            </a:lvl1pPr>
          </a:lstStyle>
          <a:p>
            <a:r>
              <a:rPr lang="en-US" altLang="zh-TW"/>
              <a:t>NDSL, Chang Gung University, Copyright@2008</a:t>
            </a:r>
          </a:p>
        </p:txBody>
      </p:sp>
      <p:sp>
        <p:nvSpPr>
          <p:cNvPr id="6" name="Slide Number Placeholder 5">
            <a:extLst>
              <a:ext uri="{FF2B5EF4-FFF2-40B4-BE49-F238E27FC236}">
                <a16:creationId xmlns:a16="http://schemas.microsoft.com/office/drawing/2014/main" id="{FE966BC0-5ECC-FCE8-EE4C-160180DE86E1}"/>
              </a:ext>
            </a:extLst>
          </p:cNvPr>
          <p:cNvSpPr>
            <a:spLocks noGrp="1"/>
          </p:cNvSpPr>
          <p:nvPr>
            <p:ph type="sldNum" sz="quarter" idx="12"/>
          </p:nvPr>
        </p:nvSpPr>
        <p:spPr/>
        <p:txBody>
          <a:bodyPr/>
          <a:lstStyle>
            <a:lvl1pPr>
              <a:defRPr/>
            </a:lvl1pPr>
          </a:lstStyle>
          <a:p>
            <a:r>
              <a:rPr lang="en-US" altLang="zh-TW"/>
              <a:t>2.</a:t>
            </a:r>
            <a:fld id="{DD845BD7-B8BB-4846-A992-1F1DC3C5D3B0}" type="slidenum">
              <a:rPr lang="en-US" altLang="zh-TW"/>
              <a:pPr/>
              <a:t>‹#›</a:t>
            </a:fld>
            <a:endParaRPr lang="en-US" altLang="zh-TW"/>
          </a:p>
        </p:txBody>
      </p:sp>
    </p:spTree>
    <p:extLst>
      <p:ext uri="{BB962C8B-B14F-4D97-AF65-F5344CB8AC3E}">
        <p14:creationId xmlns:p14="http://schemas.microsoft.com/office/powerpoint/2010/main" val="228434058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3C6422-AC74-B7D3-10BF-F1125DE7487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7C5415BC-9D7E-DE5B-680A-95904FDD3680}"/>
              </a:ext>
            </a:extLst>
          </p:cNvPr>
          <p:cNvSpPr>
            <a:spLocks noGrp="1"/>
          </p:cNvSpPr>
          <p:nvPr>
            <p:ph sz="half" idx="1"/>
          </p:nvPr>
        </p:nvSpPr>
        <p:spPr>
          <a:xfrm>
            <a:off x="228600" y="990600"/>
            <a:ext cx="4229100" cy="5257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56E9831E-C1E1-558E-EFCF-E9026FD77A06}"/>
              </a:ext>
            </a:extLst>
          </p:cNvPr>
          <p:cNvSpPr>
            <a:spLocks noGrp="1"/>
          </p:cNvSpPr>
          <p:nvPr>
            <p:ph sz="half" idx="2"/>
          </p:nvPr>
        </p:nvSpPr>
        <p:spPr>
          <a:xfrm>
            <a:off x="4610100" y="990600"/>
            <a:ext cx="4229100" cy="5257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062B2B1A-5AF0-BF4C-450C-C6993D66F6FA}"/>
              </a:ext>
            </a:extLst>
          </p:cNvPr>
          <p:cNvSpPr>
            <a:spLocks noGrp="1"/>
          </p:cNvSpPr>
          <p:nvPr>
            <p:ph type="dt" sz="half" idx="10"/>
          </p:nvPr>
        </p:nvSpPr>
        <p:spPr/>
        <p:txBody>
          <a:bodyPr/>
          <a:lstStyle>
            <a:lvl1pPr>
              <a:defRPr/>
            </a:lvl1pPr>
          </a:lstStyle>
          <a:p>
            <a:endParaRPr lang="en-US" altLang="zh-TW"/>
          </a:p>
        </p:txBody>
      </p:sp>
      <p:sp>
        <p:nvSpPr>
          <p:cNvPr id="6" name="Footer Placeholder 5">
            <a:extLst>
              <a:ext uri="{FF2B5EF4-FFF2-40B4-BE49-F238E27FC236}">
                <a16:creationId xmlns:a16="http://schemas.microsoft.com/office/drawing/2014/main" id="{B0DAF51C-74DD-CCD6-8350-4A7950E8DD6B}"/>
              </a:ext>
            </a:extLst>
          </p:cNvPr>
          <p:cNvSpPr>
            <a:spLocks noGrp="1"/>
          </p:cNvSpPr>
          <p:nvPr>
            <p:ph type="ftr" sz="quarter" idx="11"/>
          </p:nvPr>
        </p:nvSpPr>
        <p:spPr/>
        <p:txBody>
          <a:bodyPr/>
          <a:lstStyle>
            <a:lvl1pPr>
              <a:defRPr/>
            </a:lvl1pPr>
          </a:lstStyle>
          <a:p>
            <a:r>
              <a:rPr lang="en-US" altLang="zh-TW"/>
              <a:t>NDSL, Chang Gung University, Copyright@2008</a:t>
            </a:r>
          </a:p>
        </p:txBody>
      </p:sp>
      <p:sp>
        <p:nvSpPr>
          <p:cNvPr id="7" name="Slide Number Placeholder 6">
            <a:extLst>
              <a:ext uri="{FF2B5EF4-FFF2-40B4-BE49-F238E27FC236}">
                <a16:creationId xmlns:a16="http://schemas.microsoft.com/office/drawing/2014/main" id="{3DC0A833-6F48-F331-BBDA-FF19E16D826D}"/>
              </a:ext>
            </a:extLst>
          </p:cNvPr>
          <p:cNvSpPr>
            <a:spLocks noGrp="1"/>
          </p:cNvSpPr>
          <p:nvPr>
            <p:ph type="sldNum" sz="quarter" idx="12"/>
          </p:nvPr>
        </p:nvSpPr>
        <p:spPr/>
        <p:txBody>
          <a:bodyPr/>
          <a:lstStyle>
            <a:lvl1pPr>
              <a:defRPr/>
            </a:lvl1pPr>
          </a:lstStyle>
          <a:p>
            <a:r>
              <a:rPr lang="en-US" altLang="zh-TW"/>
              <a:t>2.</a:t>
            </a:r>
            <a:fld id="{34493CDC-7E07-B042-BBFE-FE2316F5F9AB}" type="slidenum">
              <a:rPr lang="en-US" altLang="zh-TW"/>
              <a:pPr/>
              <a:t>‹#›</a:t>
            </a:fld>
            <a:endParaRPr lang="en-US" altLang="zh-TW"/>
          </a:p>
        </p:txBody>
      </p:sp>
    </p:spTree>
    <p:extLst>
      <p:ext uri="{BB962C8B-B14F-4D97-AF65-F5344CB8AC3E}">
        <p14:creationId xmlns:p14="http://schemas.microsoft.com/office/powerpoint/2010/main" val="229698267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A179B5-4783-BE69-F5F5-0A20DCFA11C0}"/>
              </a:ext>
            </a:extLst>
          </p:cNvPr>
          <p:cNvSpPr>
            <a:spLocks noGrp="1"/>
          </p:cNvSpPr>
          <p:nvPr>
            <p:ph type="title"/>
          </p:nvPr>
        </p:nvSpPr>
        <p:spPr>
          <a:xfrm>
            <a:off x="630238" y="365125"/>
            <a:ext cx="78867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24EA7183-3BEA-8F7E-4BC1-08CA44DA1204}"/>
              </a:ext>
            </a:extLst>
          </p:cNvPr>
          <p:cNvSpPr>
            <a:spLocks noGrp="1"/>
          </p:cNvSpPr>
          <p:nvPr>
            <p:ph type="body" idx="1"/>
          </p:nvPr>
        </p:nvSpPr>
        <p:spPr>
          <a:xfrm>
            <a:off x="630238" y="1681163"/>
            <a:ext cx="386873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B7BC7CEA-4C47-23B3-E53C-C5304F6C0260}"/>
              </a:ext>
            </a:extLst>
          </p:cNvPr>
          <p:cNvSpPr>
            <a:spLocks noGrp="1"/>
          </p:cNvSpPr>
          <p:nvPr>
            <p:ph sz="half" idx="2"/>
          </p:nvPr>
        </p:nvSpPr>
        <p:spPr>
          <a:xfrm>
            <a:off x="630238" y="2505075"/>
            <a:ext cx="386873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9F564917-E3E2-254D-D465-08527B667845}"/>
              </a:ext>
            </a:extLst>
          </p:cNvPr>
          <p:cNvSpPr>
            <a:spLocks noGrp="1"/>
          </p:cNvSpPr>
          <p:nvPr>
            <p:ph type="body" sz="quarter" idx="3"/>
          </p:nvPr>
        </p:nvSpPr>
        <p:spPr>
          <a:xfrm>
            <a:off x="4629150" y="1681163"/>
            <a:ext cx="38877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E2D71CA7-6C09-91C4-C402-543897FDFB62}"/>
              </a:ext>
            </a:extLst>
          </p:cNvPr>
          <p:cNvSpPr>
            <a:spLocks noGrp="1"/>
          </p:cNvSpPr>
          <p:nvPr>
            <p:ph sz="quarter" idx="4"/>
          </p:nvPr>
        </p:nvSpPr>
        <p:spPr>
          <a:xfrm>
            <a:off x="4629150" y="2505075"/>
            <a:ext cx="38877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4664A322-CABB-F52C-C8F7-D89D56CC37F2}"/>
              </a:ext>
            </a:extLst>
          </p:cNvPr>
          <p:cNvSpPr>
            <a:spLocks noGrp="1"/>
          </p:cNvSpPr>
          <p:nvPr>
            <p:ph type="dt" sz="half" idx="10"/>
          </p:nvPr>
        </p:nvSpPr>
        <p:spPr/>
        <p:txBody>
          <a:bodyPr/>
          <a:lstStyle>
            <a:lvl1pPr>
              <a:defRPr/>
            </a:lvl1pPr>
          </a:lstStyle>
          <a:p>
            <a:endParaRPr lang="en-US" altLang="zh-TW"/>
          </a:p>
        </p:txBody>
      </p:sp>
      <p:sp>
        <p:nvSpPr>
          <p:cNvPr id="8" name="Footer Placeholder 7">
            <a:extLst>
              <a:ext uri="{FF2B5EF4-FFF2-40B4-BE49-F238E27FC236}">
                <a16:creationId xmlns:a16="http://schemas.microsoft.com/office/drawing/2014/main" id="{5AA5FBC2-B726-CBF0-2396-4A2417A91D59}"/>
              </a:ext>
            </a:extLst>
          </p:cNvPr>
          <p:cNvSpPr>
            <a:spLocks noGrp="1"/>
          </p:cNvSpPr>
          <p:nvPr>
            <p:ph type="ftr" sz="quarter" idx="11"/>
          </p:nvPr>
        </p:nvSpPr>
        <p:spPr/>
        <p:txBody>
          <a:bodyPr/>
          <a:lstStyle>
            <a:lvl1pPr>
              <a:defRPr/>
            </a:lvl1pPr>
          </a:lstStyle>
          <a:p>
            <a:r>
              <a:rPr lang="en-US" altLang="zh-TW"/>
              <a:t>NDSL, Chang Gung University, Copyright@2008</a:t>
            </a:r>
          </a:p>
        </p:txBody>
      </p:sp>
      <p:sp>
        <p:nvSpPr>
          <p:cNvPr id="9" name="Slide Number Placeholder 8">
            <a:extLst>
              <a:ext uri="{FF2B5EF4-FFF2-40B4-BE49-F238E27FC236}">
                <a16:creationId xmlns:a16="http://schemas.microsoft.com/office/drawing/2014/main" id="{91F49F17-95A6-EE1E-0406-84A7F3E14935}"/>
              </a:ext>
            </a:extLst>
          </p:cNvPr>
          <p:cNvSpPr>
            <a:spLocks noGrp="1"/>
          </p:cNvSpPr>
          <p:nvPr>
            <p:ph type="sldNum" sz="quarter" idx="12"/>
          </p:nvPr>
        </p:nvSpPr>
        <p:spPr/>
        <p:txBody>
          <a:bodyPr/>
          <a:lstStyle>
            <a:lvl1pPr>
              <a:defRPr/>
            </a:lvl1pPr>
          </a:lstStyle>
          <a:p>
            <a:r>
              <a:rPr lang="en-US" altLang="zh-TW"/>
              <a:t>2.</a:t>
            </a:r>
            <a:fld id="{C7980AE0-5A8D-E84F-9E91-48F21088B7CD}" type="slidenum">
              <a:rPr lang="en-US" altLang="zh-TW"/>
              <a:pPr/>
              <a:t>‹#›</a:t>
            </a:fld>
            <a:endParaRPr lang="en-US" altLang="zh-TW"/>
          </a:p>
        </p:txBody>
      </p:sp>
    </p:spTree>
    <p:extLst>
      <p:ext uri="{BB962C8B-B14F-4D97-AF65-F5344CB8AC3E}">
        <p14:creationId xmlns:p14="http://schemas.microsoft.com/office/powerpoint/2010/main" val="257747787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64BF14-524F-10D3-BA14-7B2B7DB58771}"/>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358ED2B3-DE55-EE75-FF9E-8C989104ADE9}"/>
              </a:ext>
            </a:extLst>
          </p:cNvPr>
          <p:cNvSpPr>
            <a:spLocks noGrp="1"/>
          </p:cNvSpPr>
          <p:nvPr>
            <p:ph type="dt" sz="half" idx="10"/>
          </p:nvPr>
        </p:nvSpPr>
        <p:spPr/>
        <p:txBody>
          <a:bodyPr/>
          <a:lstStyle>
            <a:lvl1pPr>
              <a:defRPr/>
            </a:lvl1pPr>
          </a:lstStyle>
          <a:p>
            <a:endParaRPr lang="en-US" altLang="zh-TW"/>
          </a:p>
        </p:txBody>
      </p:sp>
      <p:sp>
        <p:nvSpPr>
          <p:cNvPr id="4" name="Footer Placeholder 3">
            <a:extLst>
              <a:ext uri="{FF2B5EF4-FFF2-40B4-BE49-F238E27FC236}">
                <a16:creationId xmlns:a16="http://schemas.microsoft.com/office/drawing/2014/main" id="{4680151A-EBE9-7D1C-E0C1-89D5BB7C3EBB}"/>
              </a:ext>
            </a:extLst>
          </p:cNvPr>
          <p:cNvSpPr>
            <a:spLocks noGrp="1"/>
          </p:cNvSpPr>
          <p:nvPr>
            <p:ph type="ftr" sz="quarter" idx="11"/>
          </p:nvPr>
        </p:nvSpPr>
        <p:spPr/>
        <p:txBody>
          <a:bodyPr/>
          <a:lstStyle>
            <a:lvl1pPr>
              <a:defRPr/>
            </a:lvl1pPr>
          </a:lstStyle>
          <a:p>
            <a:r>
              <a:rPr lang="en-US" altLang="zh-TW"/>
              <a:t>NDSL, Chang Gung University, Copyright@2008</a:t>
            </a:r>
          </a:p>
        </p:txBody>
      </p:sp>
      <p:sp>
        <p:nvSpPr>
          <p:cNvPr id="5" name="Slide Number Placeholder 4">
            <a:extLst>
              <a:ext uri="{FF2B5EF4-FFF2-40B4-BE49-F238E27FC236}">
                <a16:creationId xmlns:a16="http://schemas.microsoft.com/office/drawing/2014/main" id="{B8D6FD24-A061-00F7-CF59-7A5D1B3BA0F8}"/>
              </a:ext>
            </a:extLst>
          </p:cNvPr>
          <p:cNvSpPr>
            <a:spLocks noGrp="1"/>
          </p:cNvSpPr>
          <p:nvPr>
            <p:ph type="sldNum" sz="quarter" idx="12"/>
          </p:nvPr>
        </p:nvSpPr>
        <p:spPr/>
        <p:txBody>
          <a:bodyPr/>
          <a:lstStyle>
            <a:lvl1pPr>
              <a:defRPr/>
            </a:lvl1pPr>
          </a:lstStyle>
          <a:p>
            <a:r>
              <a:rPr lang="en-US" altLang="zh-TW"/>
              <a:t>2.</a:t>
            </a:r>
            <a:fld id="{61EF3960-9428-674C-8958-F447E1707665}" type="slidenum">
              <a:rPr lang="en-US" altLang="zh-TW"/>
              <a:pPr/>
              <a:t>‹#›</a:t>
            </a:fld>
            <a:endParaRPr lang="en-US" altLang="zh-TW"/>
          </a:p>
        </p:txBody>
      </p:sp>
    </p:spTree>
    <p:extLst>
      <p:ext uri="{BB962C8B-B14F-4D97-AF65-F5344CB8AC3E}">
        <p14:creationId xmlns:p14="http://schemas.microsoft.com/office/powerpoint/2010/main" val="262056307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BDF455D-1507-03DB-3001-3E20C5A59581}"/>
              </a:ext>
            </a:extLst>
          </p:cNvPr>
          <p:cNvSpPr>
            <a:spLocks noGrp="1"/>
          </p:cNvSpPr>
          <p:nvPr>
            <p:ph type="dt" sz="half" idx="10"/>
          </p:nvPr>
        </p:nvSpPr>
        <p:spPr/>
        <p:txBody>
          <a:bodyPr/>
          <a:lstStyle>
            <a:lvl1pPr>
              <a:defRPr/>
            </a:lvl1pPr>
          </a:lstStyle>
          <a:p>
            <a:endParaRPr lang="en-US" altLang="zh-TW"/>
          </a:p>
        </p:txBody>
      </p:sp>
      <p:sp>
        <p:nvSpPr>
          <p:cNvPr id="3" name="Footer Placeholder 2">
            <a:extLst>
              <a:ext uri="{FF2B5EF4-FFF2-40B4-BE49-F238E27FC236}">
                <a16:creationId xmlns:a16="http://schemas.microsoft.com/office/drawing/2014/main" id="{444835E0-5483-761C-7612-AF58AC791DE8}"/>
              </a:ext>
            </a:extLst>
          </p:cNvPr>
          <p:cNvSpPr>
            <a:spLocks noGrp="1"/>
          </p:cNvSpPr>
          <p:nvPr>
            <p:ph type="ftr" sz="quarter" idx="11"/>
          </p:nvPr>
        </p:nvSpPr>
        <p:spPr/>
        <p:txBody>
          <a:bodyPr/>
          <a:lstStyle>
            <a:lvl1pPr>
              <a:defRPr/>
            </a:lvl1pPr>
          </a:lstStyle>
          <a:p>
            <a:r>
              <a:rPr lang="en-US" altLang="zh-TW"/>
              <a:t>NDSL, Chang Gung University, Copyright@2008</a:t>
            </a:r>
          </a:p>
        </p:txBody>
      </p:sp>
      <p:sp>
        <p:nvSpPr>
          <p:cNvPr id="4" name="Slide Number Placeholder 3">
            <a:extLst>
              <a:ext uri="{FF2B5EF4-FFF2-40B4-BE49-F238E27FC236}">
                <a16:creationId xmlns:a16="http://schemas.microsoft.com/office/drawing/2014/main" id="{1C809EF4-BE42-EA6C-645E-8B15A50D4A27}"/>
              </a:ext>
            </a:extLst>
          </p:cNvPr>
          <p:cNvSpPr>
            <a:spLocks noGrp="1"/>
          </p:cNvSpPr>
          <p:nvPr>
            <p:ph type="sldNum" sz="quarter" idx="12"/>
          </p:nvPr>
        </p:nvSpPr>
        <p:spPr/>
        <p:txBody>
          <a:bodyPr/>
          <a:lstStyle>
            <a:lvl1pPr>
              <a:defRPr/>
            </a:lvl1pPr>
          </a:lstStyle>
          <a:p>
            <a:r>
              <a:rPr lang="en-US" altLang="zh-TW"/>
              <a:t>2.</a:t>
            </a:r>
            <a:fld id="{51AF63C7-6447-DD4D-B19C-E2A975A25E05}" type="slidenum">
              <a:rPr lang="en-US" altLang="zh-TW"/>
              <a:pPr/>
              <a:t>‹#›</a:t>
            </a:fld>
            <a:endParaRPr lang="en-US" altLang="zh-TW"/>
          </a:p>
        </p:txBody>
      </p:sp>
    </p:spTree>
    <p:extLst>
      <p:ext uri="{BB962C8B-B14F-4D97-AF65-F5344CB8AC3E}">
        <p14:creationId xmlns:p14="http://schemas.microsoft.com/office/powerpoint/2010/main" val="361767057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DA01DA-9E02-33FE-99DA-0725B1FE993D}"/>
              </a:ext>
            </a:extLst>
          </p:cNvPr>
          <p:cNvSpPr>
            <a:spLocks noGrp="1"/>
          </p:cNvSpPr>
          <p:nvPr>
            <p:ph type="title"/>
          </p:nvPr>
        </p:nvSpPr>
        <p:spPr>
          <a:xfrm>
            <a:off x="630238" y="457200"/>
            <a:ext cx="2949575"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59E55DB4-0820-1CA3-A35B-E06AC4D11EFA}"/>
              </a:ext>
            </a:extLst>
          </p:cNvPr>
          <p:cNvSpPr>
            <a:spLocks noGrp="1"/>
          </p:cNvSpPr>
          <p:nvPr>
            <p:ph idx="1"/>
          </p:nvPr>
        </p:nvSpPr>
        <p:spPr>
          <a:xfrm>
            <a:off x="3887788" y="987425"/>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38D45DDC-1E1E-B463-AB4F-A62EB86B36B7}"/>
              </a:ext>
            </a:extLst>
          </p:cNvPr>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A89DA5C-21C7-B770-8A38-599EA6938627}"/>
              </a:ext>
            </a:extLst>
          </p:cNvPr>
          <p:cNvSpPr>
            <a:spLocks noGrp="1"/>
          </p:cNvSpPr>
          <p:nvPr>
            <p:ph type="dt" sz="half" idx="10"/>
          </p:nvPr>
        </p:nvSpPr>
        <p:spPr/>
        <p:txBody>
          <a:bodyPr/>
          <a:lstStyle>
            <a:lvl1pPr>
              <a:defRPr/>
            </a:lvl1pPr>
          </a:lstStyle>
          <a:p>
            <a:endParaRPr lang="en-US" altLang="zh-TW"/>
          </a:p>
        </p:txBody>
      </p:sp>
      <p:sp>
        <p:nvSpPr>
          <p:cNvPr id="6" name="Footer Placeholder 5">
            <a:extLst>
              <a:ext uri="{FF2B5EF4-FFF2-40B4-BE49-F238E27FC236}">
                <a16:creationId xmlns:a16="http://schemas.microsoft.com/office/drawing/2014/main" id="{E4B4AE03-2131-E3F8-D81E-DF533FC0C083}"/>
              </a:ext>
            </a:extLst>
          </p:cNvPr>
          <p:cNvSpPr>
            <a:spLocks noGrp="1"/>
          </p:cNvSpPr>
          <p:nvPr>
            <p:ph type="ftr" sz="quarter" idx="11"/>
          </p:nvPr>
        </p:nvSpPr>
        <p:spPr/>
        <p:txBody>
          <a:bodyPr/>
          <a:lstStyle>
            <a:lvl1pPr>
              <a:defRPr/>
            </a:lvl1pPr>
          </a:lstStyle>
          <a:p>
            <a:r>
              <a:rPr lang="en-US" altLang="zh-TW"/>
              <a:t>NDSL, Chang Gung University, Copyright@2008</a:t>
            </a:r>
          </a:p>
        </p:txBody>
      </p:sp>
      <p:sp>
        <p:nvSpPr>
          <p:cNvPr id="7" name="Slide Number Placeholder 6">
            <a:extLst>
              <a:ext uri="{FF2B5EF4-FFF2-40B4-BE49-F238E27FC236}">
                <a16:creationId xmlns:a16="http://schemas.microsoft.com/office/drawing/2014/main" id="{72399DE6-14BD-DF16-B1FB-A911DE650040}"/>
              </a:ext>
            </a:extLst>
          </p:cNvPr>
          <p:cNvSpPr>
            <a:spLocks noGrp="1"/>
          </p:cNvSpPr>
          <p:nvPr>
            <p:ph type="sldNum" sz="quarter" idx="12"/>
          </p:nvPr>
        </p:nvSpPr>
        <p:spPr/>
        <p:txBody>
          <a:bodyPr/>
          <a:lstStyle>
            <a:lvl1pPr>
              <a:defRPr/>
            </a:lvl1pPr>
          </a:lstStyle>
          <a:p>
            <a:r>
              <a:rPr lang="en-US" altLang="zh-TW"/>
              <a:t>2.</a:t>
            </a:r>
            <a:fld id="{895787F7-283D-CB4C-8168-289E70D670E6}" type="slidenum">
              <a:rPr lang="en-US" altLang="zh-TW"/>
              <a:pPr/>
              <a:t>‹#›</a:t>
            </a:fld>
            <a:endParaRPr lang="en-US" altLang="zh-TW"/>
          </a:p>
        </p:txBody>
      </p:sp>
    </p:spTree>
    <p:extLst>
      <p:ext uri="{BB962C8B-B14F-4D97-AF65-F5344CB8AC3E}">
        <p14:creationId xmlns:p14="http://schemas.microsoft.com/office/powerpoint/2010/main" val="357296226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175944-52F7-2F0E-DAF1-6C1544D7EF28}"/>
              </a:ext>
            </a:extLst>
          </p:cNvPr>
          <p:cNvSpPr>
            <a:spLocks noGrp="1"/>
          </p:cNvSpPr>
          <p:nvPr>
            <p:ph type="title"/>
          </p:nvPr>
        </p:nvSpPr>
        <p:spPr>
          <a:xfrm>
            <a:off x="630238" y="457200"/>
            <a:ext cx="2949575"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B58DBB13-FFED-600D-B825-8D00599DA191}"/>
              </a:ext>
            </a:extLst>
          </p:cNvPr>
          <p:cNvSpPr>
            <a:spLocks noGrp="1"/>
          </p:cNvSpPr>
          <p:nvPr>
            <p:ph type="pic" idx="1"/>
          </p:nvPr>
        </p:nvSpPr>
        <p:spPr>
          <a:xfrm>
            <a:off x="3887788" y="987425"/>
            <a:ext cx="462915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2AFE072C-BF71-4387-4F1F-D73DCC402421}"/>
              </a:ext>
            </a:extLst>
          </p:cNvPr>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E1AC279-BA4A-AFA0-A8C0-FBEA027D4565}"/>
              </a:ext>
            </a:extLst>
          </p:cNvPr>
          <p:cNvSpPr>
            <a:spLocks noGrp="1"/>
          </p:cNvSpPr>
          <p:nvPr>
            <p:ph type="dt" sz="half" idx="10"/>
          </p:nvPr>
        </p:nvSpPr>
        <p:spPr/>
        <p:txBody>
          <a:bodyPr/>
          <a:lstStyle>
            <a:lvl1pPr>
              <a:defRPr/>
            </a:lvl1pPr>
          </a:lstStyle>
          <a:p>
            <a:endParaRPr lang="en-US" altLang="zh-TW"/>
          </a:p>
        </p:txBody>
      </p:sp>
      <p:sp>
        <p:nvSpPr>
          <p:cNvPr id="6" name="Footer Placeholder 5">
            <a:extLst>
              <a:ext uri="{FF2B5EF4-FFF2-40B4-BE49-F238E27FC236}">
                <a16:creationId xmlns:a16="http://schemas.microsoft.com/office/drawing/2014/main" id="{A5E1B3E6-883E-F9E2-40C4-1918B736E8D7}"/>
              </a:ext>
            </a:extLst>
          </p:cNvPr>
          <p:cNvSpPr>
            <a:spLocks noGrp="1"/>
          </p:cNvSpPr>
          <p:nvPr>
            <p:ph type="ftr" sz="quarter" idx="11"/>
          </p:nvPr>
        </p:nvSpPr>
        <p:spPr/>
        <p:txBody>
          <a:bodyPr/>
          <a:lstStyle>
            <a:lvl1pPr>
              <a:defRPr/>
            </a:lvl1pPr>
          </a:lstStyle>
          <a:p>
            <a:r>
              <a:rPr lang="en-US" altLang="zh-TW"/>
              <a:t>NDSL, Chang Gung University, Copyright@2008</a:t>
            </a:r>
          </a:p>
        </p:txBody>
      </p:sp>
      <p:sp>
        <p:nvSpPr>
          <p:cNvPr id="7" name="Slide Number Placeholder 6">
            <a:extLst>
              <a:ext uri="{FF2B5EF4-FFF2-40B4-BE49-F238E27FC236}">
                <a16:creationId xmlns:a16="http://schemas.microsoft.com/office/drawing/2014/main" id="{A31DF075-33A9-5D84-4103-7022F42D8C2B}"/>
              </a:ext>
            </a:extLst>
          </p:cNvPr>
          <p:cNvSpPr>
            <a:spLocks noGrp="1"/>
          </p:cNvSpPr>
          <p:nvPr>
            <p:ph type="sldNum" sz="quarter" idx="12"/>
          </p:nvPr>
        </p:nvSpPr>
        <p:spPr/>
        <p:txBody>
          <a:bodyPr/>
          <a:lstStyle>
            <a:lvl1pPr>
              <a:defRPr/>
            </a:lvl1pPr>
          </a:lstStyle>
          <a:p>
            <a:r>
              <a:rPr lang="en-US" altLang="zh-TW"/>
              <a:t>2.</a:t>
            </a:r>
            <a:fld id="{01271EFA-3363-F441-870C-32EF1698BFA2}" type="slidenum">
              <a:rPr lang="en-US" altLang="zh-TW"/>
              <a:pPr/>
              <a:t>‹#›</a:t>
            </a:fld>
            <a:endParaRPr lang="en-US" altLang="zh-TW"/>
          </a:p>
        </p:txBody>
      </p:sp>
    </p:spTree>
    <p:extLst>
      <p:ext uri="{BB962C8B-B14F-4D97-AF65-F5344CB8AC3E}">
        <p14:creationId xmlns:p14="http://schemas.microsoft.com/office/powerpoint/2010/main" val="304012409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0EC713-FC49-370D-76D1-45DAE5D1226A}"/>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462B3546-A3FD-A173-6469-C90CABD1588B}"/>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0681B66-4BB5-CCDB-0B48-AA341CCD3460}"/>
              </a:ext>
            </a:extLst>
          </p:cNvPr>
          <p:cNvSpPr>
            <a:spLocks noGrp="1"/>
          </p:cNvSpPr>
          <p:nvPr>
            <p:ph type="dt" sz="half" idx="10"/>
          </p:nvPr>
        </p:nvSpPr>
        <p:spPr/>
        <p:txBody>
          <a:bodyPr/>
          <a:lstStyle>
            <a:lvl1pPr>
              <a:defRPr/>
            </a:lvl1pPr>
          </a:lstStyle>
          <a:p>
            <a:endParaRPr lang="en-US" altLang="zh-TW"/>
          </a:p>
        </p:txBody>
      </p:sp>
      <p:sp>
        <p:nvSpPr>
          <p:cNvPr id="5" name="Footer Placeholder 4">
            <a:extLst>
              <a:ext uri="{FF2B5EF4-FFF2-40B4-BE49-F238E27FC236}">
                <a16:creationId xmlns:a16="http://schemas.microsoft.com/office/drawing/2014/main" id="{CC2CEE60-9104-E765-A2C7-DE5D6F6F72DE}"/>
              </a:ext>
            </a:extLst>
          </p:cNvPr>
          <p:cNvSpPr>
            <a:spLocks noGrp="1"/>
          </p:cNvSpPr>
          <p:nvPr>
            <p:ph type="ftr" sz="quarter" idx="11"/>
          </p:nvPr>
        </p:nvSpPr>
        <p:spPr/>
        <p:txBody>
          <a:bodyPr/>
          <a:lstStyle>
            <a:lvl1pPr>
              <a:defRPr/>
            </a:lvl1pPr>
          </a:lstStyle>
          <a:p>
            <a:r>
              <a:rPr lang="en-US" altLang="zh-TW"/>
              <a:t>NDSL, Chang Gung University, Copyright@2008</a:t>
            </a:r>
          </a:p>
        </p:txBody>
      </p:sp>
      <p:sp>
        <p:nvSpPr>
          <p:cNvPr id="6" name="Slide Number Placeholder 5">
            <a:extLst>
              <a:ext uri="{FF2B5EF4-FFF2-40B4-BE49-F238E27FC236}">
                <a16:creationId xmlns:a16="http://schemas.microsoft.com/office/drawing/2014/main" id="{956DCFDB-5C63-03F1-82EB-6B5B2F6ABC79}"/>
              </a:ext>
            </a:extLst>
          </p:cNvPr>
          <p:cNvSpPr>
            <a:spLocks noGrp="1"/>
          </p:cNvSpPr>
          <p:nvPr>
            <p:ph type="sldNum" sz="quarter" idx="12"/>
          </p:nvPr>
        </p:nvSpPr>
        <p:spPr/>
        <p:txBody>
          <a:bodyPr/>
          <a:lstStyle>
            <a:lvl1pPr>
              <a:defRPr/>
            </a:lvl1pPr>
          </a:lstStyle>
          <a:p>
            <a:r>
              <a:rPr lang="en-US" altLang="zh-TW"/>
              <a:t>2.</a:t>
            </a:r>
            <a:fld id="{640BA83B-BE9A-E645-AB33-D39C728DC78F}" type="slidenum">
              <a:rPr lang="en-US" altLang="zh-TW"/>
              <a:pPr/>
              <a:t>‹#›</a:t>
            </a:fld>
            <a:endParaRPr lang="en-US" altLang="zh-TW"/>
          </a:p>
        </p:txBody>
      </p:sp>
    </p:spTree>
    <p:extLst>
      <p:ext uri="{BB962C8B-B14F-4D97-AF65-F5344CB8AC3E}">
        <p14:creationId xmlns:p14="http://schemas.microsoft.com/office/powerpoint/2010/main" val="340229825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7DA59E9E-D12A-965E-BBC9-7D327E011159}"/>
              </a:ext>
            </a:extLst>
          </p:cNvPr>
          <p:cNvSpPr>
            <a:spLocks noGrp="1"/>
          </p:cNvSpPr>
          <p:nvPr>
            <p:ph type="title" orient="vert"/>
          </p:nvPr>
        </p:nvSpPr>
        <p:spPr>
          <a:xfrm>
            <a:off x="6686550" y="274638"/>
            <a:ext cx="2152650" cy="5973762"/>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5B039818-BD81-F937-78A6-9E7451F58F4C}"/>
              </a:ext>
            </a:extLst>
          </p:cNvPr>
          <p:cNvSpPr>
            <a:spLocks noGrp="1"/>
          </p:cNvSpPr>
          <p:nvPr>
            <p:ph type="body" orient="vert" idx="1"/>
          </p:nvPr>
        </p:nvSpPr>
        <p:spPr>
          <a:xfrm>
            <a:off x="228600" y="274638"/>
            <a:ext cx="6305550" cy="5973762"/>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3B1F32A-D9FA-3BE8-E0DB-90735BC15269}"/>
              </a:ext>
            </a:extLst>
          </p:cNvPr>
          <p:cNvSpPr>
            <a:spLocks noGrp="1"/>
          </p:cNvSpPr>
          <p:nvPr>
            <p:ph type="dt" sz="half" idx="10"/>
          </p:nvPr>
        </p:nvSpPr>
        <p:spPr/>
        <p:txBody>
          <a:bodyPr/>
          <a:lstStyle>
            <a:lvl1pPr>
              <a:defRPr/>
            </a:lvl1pPr>
          </a:lstStyle>
          <a:p>
            <a:endParaRPr lang="en-US" altLang="zh-TW"/>
          </a:p>
        </p:txBody>
      </p:sp>
      <p:sp>
        <p:nvSpPr>
          <p:cNvPr id="5" name="Footer Placeholder 4">
            <a:extLst>
              <a:ext uri="{FF2B5EF4-FFF2-40B4-BE49-F238E27FC236}">
                <a16:creationId xmlns:a16="http://schemas.microsoft.com/office/drawing/2014/main" id="{2AE6A92D-5006-DACF-83EE-AE65F00B57A4}"/>
              </a:ext>
            </a:extLst>
          </p:cNvPr>
          <p:cNvSpPr>
            <a:spLocks noGrp="1"/>
          </p:cNvSpPr>
          <p:nvPr>
            <p:ph type="ftr" sz="quarter" idx="11"/>
          </p:nvPr>
        </p:nvSpPr>
        <p:spPr/>
        <p:txBody>
          <a:bodyPr/>
          <a:lstStyle>
            <a:lvl1pPr>
              <a:defRPr/>
            </a:lvl1pPr>
          </a:lstStyle>
          <a:p>
            <a:r>
              <a:rPr lang="en-US" altLang="zh-TW"/>
              <a:t>NDSL, Chang Gung University, Copyright@2008</a:t>
            </a:r>
          </a:p>
        </p:txBody>
      </p:sp>
      <p:sp>
        <p:nvSpPr>
          <p:cNvPr id="6" name="Slide Number Placeholder 5">
            <a:extLst>
              <a:ext uri="{FF2B5EF4-FFF2-40B4-BE49-F238E27FC236}">
                <a16:creationId xmlns:a16="http://schemas.microsoft.com/office/drawing/2014/main" id="{D14B9423-66DA-09F5-BC7B-696CC4B66726}"/>
              </a:ext>
            </a:extLst>
          </p:cNvPr>
          <p:cNvSpPr>
            <a:spLocks noGrp="1"/>
          </p:cNvSpPr>
          <p:nvPr>
            <p:ph type="sldNum" sz="quarter" idx="12"/>
          </p:nvPr>
        </p:nvSpPr>
        <p:spPr/>
        <p:txBody>
          <a:bodyPr/>
          <a:lstStyle>
            <a:lvl1pPr>
              <a:defRPr/>
            </a:lvl1pPr>
          </a:lstStyle>
          <a:p>
            <a:r>
              <a:rPr lang="en-US" altLang="zh-TW"/>
              <a:t>2.</a:t>
            </a:r>
            <a:fld id="{69A5AF34-9360-1244-9057-EC7DCBFA1961}" type="slidenum">
              <a:rPr lang="en-US" altLang="zh-TW"/>
              <a:pPr/>
              <a:t>‹#›</a:t>
            </a:fld>
            <a:endParaRPr lang="en-US" altLang="zh-TW"/>
          </a:p>
        </p:txBody>
      </p:sp>
    </p:spTree>
    <p:extLst>
      <p:ext uri="{BB962C8B-B14F-4D97-AF65-F5344CB8AC3E}">
        <p14:creationId xmlns:p14="http://schemas.microsoft.com/office/powerpoint/2010/main" val="317838363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Only" preserve="1">
  <p:cSld name="Content">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3E8E383C-84DC-5A67-53AB-B685E133E829}"/>
              </a:ext>
            </a:extLst>
          </p:cNvPr>
          <p:cNvSpPr>
            <a:spLocks noGrp="1"/>
          </p:cNvSpPr>
          <p:nvPr>
            <p:ph/>
          </p:nvPr>
        </p:nvSpPr>
        <p:spPr>
          <a:xfrm>
            <a:off x="228600" y="274638"/>
            <a:ext cx="8610600" cy="597376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Date Placeholder 2">
            <a:extLst>
              <a:ext uri="{FF2B5EF4-FFF2-40B4-BE49-F238E27FC236}">
                <a16:creationId xmlns:a16="http://schemas.microsoft.com/office/drawing/2014/main" id="{6C12B007-85F2-704D-D4D1-E30E4A58D494}"/>
              </a:ext>
            </a:extLst>
          </p:cNvPr>
          <p:cNvSpPr>
            <a:spLocks noGrp="1"/>
          </p:cNvSpPr>
          <p:nvPr>
            <p:ph type="dt" sz="half" idx="10"/>
          </p:nvPr>
        </p:nvSpPr>
        <p:spPr>
          <a:xfrm>
            <a:off x="6781800" y="6477000"/>
            <a:ext cx="2133600" cy="381000"/>
          </a:xfrm>
        </p:spPr>
        <p:txBody>
          <a:bodyPr/>
          <a:lstStyle>
            <a:lvl1pPr>
              <a:defRPr/>
            </a:lvl1pPr>
          </a:lstStyle>
          <a:p>
            <a:endParaRPr lang="en-US" altLang="zh-TW"/>
          </a:p>
        </p:txBody>
      </p:sp>
      <p:sp>
        <p:nvSpPr>
          <p:cNvPr id="4" name="Footer Placeholder 3">
            <a:extLst>
              <a:ext uri="{FF2B5EF4-FFF2-40B4-BE49-F238E27FC236}">
                <a16:creationId xmlns:a16="http://schemas.microsoft.com/office/drawing/2014/main" id="{1596AE66-C2D0-A8A0-B830-58444FD4B458}"/>
              </a:ext>
            </a:extLst>
          </p:cNvPr>
          <p:cNvSpPr>
            <a:spLocks noGrp="1"/>
          </p:cNvSpPr>
          <p:nvPr>
            <p:ph type="ftr" sz="quarter" idx="11"/>
          </p:nvPr>
        </p:nvSpPr>
        <p:spPr>
          <a:xfrm>
            <a:off x="2514600" y="6477000"/>
            <a:ext cx="4038600" cy="381000"/>
          </a:xfrm>
        </p:spPr>
        <p:txBody>
          <a:bodyPr/>
          <a:lstStyle>
            <a:lvl1pPr>
              <a:defRPr/>
            </a:lvl1pPr>
          </a:lstStyle>
          <a:p>
            <a:r>
              <a:rPr lang="en-US" altLang="zh-TW"/>
              <a:t>NDSL, Chang Gung University, Copyright@2008</a:t>
            </a:r>
          </a:p>
        </p:txBody>
      </p:sp>
      <p:sp>
        <p:nvSpPr>
          <p:cNvPr id="5" name="Slide Number Placeholder 4">
            <a:extLst>
              <a:ext uri="{FF2B5EF4-FFF2-40B4-BE49-F238E27FC236}">
                <a16:creationId xmlns:a16="http://schemas.microsoft.com/office/drawing/2014/main" id="{A10CFECF-EC5F-314D-41D4-FF13620C09E8}"/>
              </a:ext>
            </a:extLst>
          </p:cNvPr>
          <p:cNvSpPr>
            <a:spLocks noGrp="1"/>
          </p:cNvSpPr>
          <p:nvPr>
            <p:ph type="sldNum" sz="quarter" idx="12"/>
          </p:nvPr>
        </p:nvSpPr>
        <p:spPr>
          <a:xfrm>
            <a:off x="0" y="6477000"/>
            <a:ext cx="2286000" cy="381000"/>
          </a:xfrm>
        </p:spPr>
        <p:txBody>
          <a:bodyPr/>
          <a:lstStyle>
            <a:lvl1pPr>
              <a:defRPr/>
            </a:lvl1pPr>
          </a:lstStyle>
          <a:p>
            <a:r>
              <a:rPr lang="en-US" altLang="zh-TW"/>
              <a:t>2.</a:t>
            </a:r>
            <a:fld id="{F9BA683C-D54C-794F-A3C1-1BA12970833A}" type="slidenum">
              <a:rPr lang="en-US" altLang="zh-TW"/>
              <a:pPr/>
              <a:t>‹#›</a:t>
            </a:fld>
            <a:endParaRPr lang="en-US" altLang="zh-TW"/>
          </a:p>
        </p:txBody>
      </p:sp>
    </p:spTree>
    <p:extLst>
      <p:ext uri="{BB962C8B-B14F-4D97-AF65-F5344CB8AC3E}">
        <p14:creationId xmlns:p14="http://schemas.microsoft.com/office/powerpoint/2010/main" val="100294136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75C4B3-DA92-D289-A6AA-2F03581A9B61}"/>
              </a:ext>
            </a:extLst>
          </p:cNvPr>
          <p:cNvSpPr>
            <a:spLocks noGrp="1"/>
          </p:cNvSpPr>
          <p:nvPr>
            <p:ph type="ctrTitle"/>
          </p:nvPr>
        </p:nvSpPr>
        <p:spPr>
          <a:xfrm>
            <a:off x="1143000" y="1122363"/>
            <a:ext cx="6858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0648CFD5-EFCC-39E8-837A-28367FF1C77F}"/>
              </a:ext>
            </a:extLst>
          </p:cNvPr>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13F2AA9D-B402-7531-223D-F7E4133A377E}"/>
              </a:ext>
            </a:extLst>
          </p:cNvPr>
          <p:cNvSpPr>
            <a:spLocks noGrp="1"/>
          </p:cNvSpPr>
          <p:nvPr>
            <p:ph type="dt" sz="half" idx="10"/>
          </p:nvPr>
        </p:nvSpPr>
        <p:spPr/>
        <p:txBody>
          <a:bodyPr/>
          <a:lstStyle>
            <a:lvl1pPr>
              <a:defRPr/>
            </a:lvl1pPr>
          </a:lstStyle>
          <a:p>
            <a:endParaRPr lang="en-US" altLang="zh-TW"/>
          </a:p>
        </p:txBody>
      </p:sp>
      <p:sp>
        <p:nvSpPr>
          <p:cNvPr id="5" name="Footer Placeholder 4">
            <a:extLst>
              <a:ext uri="{FF2B5EF4-FFF2-40B4-BE49-F238E27FC236}">
                <a16:creationId xmlns:a16="http://schemas.microsoft.com/office/drawing/2014/main" id="{58FFC3AC-2C51-183E-20D8-4AC6678518C8}"/>
              </a:ext>
            </a:extLst>
          </p:cNvPr>
          <p:cNvSpPr>
            <a:spLocks noGrp="1"/>
          </p:cNvSpPr>
          <p:nvPr>
            <p:ph type="ftr" sz="quarter" idx="11"/>
          </p:nvPr>
        </p:nvSpPr>
        <p:spPr/>
        <p:txBody>
          <a:bodyPr/>
          <a:lstStyle>
            <a:lvl1pPr>
              <a:defRPr/>
            </a:lvl1pPr>
          </a:lstStyle>
          <a:p>
            <a:r>
              <a:rPr lang="zh-TW" altLang="en-US"/>
              <a:t>NDSL, Chang Gung University, Copyright@2008</a:t>
            </a:r>
            <a:endParaRPr lang="en-US" altLang="zh-TW"/>
          </a:p>
        </p:txBody>
      </p:sp>
      <p:sp>
        <p:nvSpPr>
          <p:cNvPr id="6" name="Slide Number Placeholder 5">
            <a:extLst>
              <a:ext uri="{FF2B5EF4-FFF2-40B4-BE49-F238E27FC236}">
                <a16:creationId xmlns:a16="http://schemas.microsoft.com/office/drawing/2014/main" id="{28B51258-E248-C554-1E94-8FD427C75CEF}"/>
              </a:ext>
            </a:extLst>
          </p:cNvPr>
          <p:cNvSpPr>
            <a:spLocks noGrp="1"/>
          </p:cNvSpPr>
          <p:nvPr>
            <p:ph type="sldNum" sz="quarter" idx="12"/>
          </p:nvPr>
        </p:nvSpPr>
        <p:spPr/>
        <p:txBody>
          <a:bodyPr/>
          <a:lstStyle>
            <a:lvl1pPr>
              <a:defRPr/>
            </a:lvl1pPr>
          </a:lstStyle>
          <a:p>
            <a:fld id="{8756DB67-EECF-EC4B-8810-8D5E8C821674}" type="slidenum">
              <a:rPr lang="zh-TW" altLang="en-US"/>
              <a:pPr/>
              <a:t>‹#›</a:t>
            </a:fld>
            <a:endParaRPr lang="en-US" altLang="zh-TW"/>
          </a:p>
        </p:txBody>
      </p:sp>
    </p:spTree>
    <p:extLst>
      <p:ext uri="{BB962C8B-B14F-4D97-AF65-F5344CB8AC3E}">
        <p14:creationId xmlns:p14="http://schemas.microsoft.com/office/powerpoint/2010/main" val="37909286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EFA0F8-F152-DDDA-8334-C256F09B0ABA}"/>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12333107-ACE6-1C6F-9364-54B0EC79A47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A217D1A-05ED-73A0-F623-52042946C7F6}"/>
              </a:ext>
            </a:extLst>
          </p:cNvPr>
          <p:cNvSpPr>
            <a:spLocks noGrp="1"/>
          </p:cNvSpPr>
          <p:nvPr>
            <p:ph type="dt" sz="half" idx="10"/>
          </p:nvPr>
        </p:nvSpPr>
        <p:spPr/>
        <p:txBody>
          <a:bodyPr/>
          <a:lstStyle>
            <a:lvl1pPr>
              <a:defRPr/>
            </a:lvl1pPr>
          </a:lstStyle>
          <a:p>
            <a:endParaRPr lang="en-US" altLang="zh-TW"/>
          </a:p>
        </p:txBody>
      </p:sp>
      <p:sp>
        <p:nvSpPr>
          <p:cNvPr id="5" name="Footer Placeholder 4">
            <a:extLst>
              <a:ext uri="{FF2B5EF4-FFF2-40B4-BE49-F238E27FC236}">
                <a16:creationId xmlns:a16="http://schemas.microsoft.com/office/drawing/2014/main" id="{DCC62B7F-4EB4-3CB6-977B-A8F2889F5777}"/>
              </a:ext>
            </a:extLst>
          </p:cNvPr>
          <p:cNvSpPr>
            <a:spLocks noGrp="1"/>
          </p:cNvSpPr>
          <p:nvPr>
            <p:ph type="ftr" sz="quarter" idx="11"/>
          </p:nvPr>
        </p:nvSpPr>
        <p:spPr/>
        <p:txBody>
          <a:bodyPr/>
          <a:lstStyle>
            <a:lvl1pPr>
              <a:defRPr/>
            </a:lvl1pPr>
          </a:lstStyle>
          <a:p>
            <a:r>
              <a:rPr lang="zh-TW" altLang="en-US"/>
              <a:t>NDSL, Chang Gung University, Copyright@2008</a:t>
            </a:r>
            <a:endParaRPr lang="en-US" altLang="zh-TW"/>
          </a:p>
        </p:txBody>
      </p:sp>
      <p:sp>
        <p:nvSpPr>
          <p:cNvPr id="6" name="Slide Number Placeholder 5">
            <a:extLst>
              <a:ext uri="{FF2B5EF4-FFF2-40B4-BE49-F238E27FC236}">
                <a16:creationId xmlns:a16="http://schemas.microsoft.com/office/drawing/2014/main" id="{F1544D70-6C9D-CC26-0EA7-4FBFC4FAA4EA}"/>
              </a:ext>
            </a:extLst>
          </p:cNvPr>
          <p:cNvSpPr>
            <a:spLocks noGrp="1"/>
          </p:cNvSpPr>
          <p:nvPr>
            <p:ph type="sldNum" sz="quarter" idx="12"/>
          </p:nvPr>
        </p:nvSpPr>
        <p:spPr/>
        <p:txBody>
          <a:bodyPr/>
          <a:lstStyle>
            <a:lvl1pPr>
              <a:defRPr/>
            </a:lvl1pPr>
          </a:lstStyle>
          <a:p>
            <a:fld id="{CDD1B737-05E6-274C-9070-9A8A1850EB2A}" type="slidenum">
              <a:rPr lang="zh-TW" altLang="en-US"/>
              <a:pPr/>
              <a:t>‹#›</a:t>
            </a:fld>
            <a:endParaRPr lang="en-US" altLang="zh-TW"/>
          </a:p>
        </p:txBody>
      </p:sp>
    </p:spTree>
    <p:extLst>
      <p:ext uri="{BB962C8B-B14F-4D97-AF65-F5344CB8AC3E}">
        <p14:creationId xmlns:p14="http://schemas.microsoft.com/office/powerpoint/2010/main" val="172302632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70C202-38D9-D91C-0AA0-E41089C7D17B}"/>
              </a:ext>
            </a:extLst>
          </p:cNvPr>
          <p:cNvSpPr>
            <a:spLocks noGrp="1"/>
          </p:cNvSpPr>
          <p:nvPr>
            <p:ph type="title"/>
          </p:nvPr>
        </p:nvSpPr>
        <p:spPr>
          <a:xfrm>
            <a:off x="623888" y="1709738"/>
            <a:ext cx="78867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B87F0B63-6E25-55F6-6B40-D6D9EB9D08A1}"/>
              </a:ext>
            </a:extLst>
          </p:cNvPr>
          <p:cNvSpPr>
            <a:spLocks noGrp="1"/>
          </p:cNvSpPr>
          <p:nvPr>
            <p:ph type="body" idx="1"/>
          </p:nvPr>
        </p:nvSpPr>
        <p:spPr>
          <a:xfrm>
            <a:off x="623888" y="4589463"/>
            <a:ext cx="7886700"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en-US"/>
              <a:t>Click to edit Master text styles</a:t>
            </a:r>
          </a:p>
        </p:txBody>
      </p:sp>
      <p:sp>
        <p:nvSpPr>
          <p:cNvPr id="4" name="Date Placeholder 3">
            <a:extLst>
              <a:ext uri="{FF2B5EF4-FFF2-40B4-BE49-F238E27FC236}">
                <a16:creationId xmlns:a16="http://schemas.microsoft.com/office/drawing/2014/main" id="{14E3B07F-D491-8AF9-3B39-290DC3C504A5}"/>
              </a:ext>
            </a:extLst>
          </p:cNvPr>
          <p:cNvSpPr>
            <a:spLocks noGrp="1"/>
          </p:cNvSpPr>
          <p:nvPr>
            <p:ph type="dt" sz="half" idx="10"/>
          </p:nvPr>
        </p:nvSpPr>
        <p:spPr/>
        <p:txBody>
          <a:bodyPr/>
          <a:lstStyle>
            <a:lvl1pPr>
              <a:defRPr/>
            </a:lvl1pPr>
          </a:lstStyle>
          <a:p>
            <a:endParaRPr lang="en-US" altLang="zh-TW"/>
          </a:p>
        </p:txBody>
      </p:sp>
      <p:sp>
        <p:nvSpPr>
          <p:cNvPr id="5" name="Footer Placeholder 4">
            <a:extLst>
              <a:ext uri="{FF2B5EF4-FFF2-40B4-BE49-F238E27FC236}">
                <a16:creationId xmlns:a16="http://schemas.microsoft.com/office/drawing/2014/main" id="{E57CF040-7E21-6BB5-E880-3DA93F372011}"/>
              </a:ext>
            </a:extLst>
          </p:cNvPr>
          <p:cNvSpPr>
            <a:spLocks noGrp="1"/>
          </p:cNvSpPr>
          <p:nvPr>
            <p:ph type="ftr" sz="quarter" idx="11"/>
          </p:nvPr>
        </p:nvSpPr>
        <p:spPr/>
        <p:txBody>
          <a:bodyPr/>
          <a:lstStyle>
            <a:lvl1pPr>
              <a:defRPr/>
            </a:lvl1pPr>
          </a:lstStyle>
          <a:p>
            <a:r>
              <a:rPr lang="zh-TW" altLang="en-US"/>
              <a:t>NDSL, Chang Gung University, Copyright@2008</a:t>
            </a:r>
            <a:endParaRPr lang="en-US" altLang="zh-TW"/>
          </a:p>
        </p:txBody>
      </p:sp>
      <p:sp>
        <p:nvSpPr>
          <p:cNvPr id="6" name="Slide Number Placeholder 5">
            <a:extLst>
              <a:ext uri="{FF2B5EF4-FFF2-40B4-BE49-F238E27FC236}">
                <a16:creationId xmlns:a16="http://schemas.microsoft.com/office/drawing/2014/main" id="{34EFBE59-8B90-33DA-411C-1AD297BC7F99}"/>
              </a:ext>
            </a:extLst>
          </p:cNvPr>
          <p:cNvSpPr>
            <a:spLocks noGrp="1"/>
          </p:cNvSpPr>
          <p:nvPr>
            <p:ph type="sldNum" sz="quarter" idx="12"/>
          </p:nvPr>
        </p:nvSpPr>
        <p:spPr/>
        <p:txBody>
          <a:bodyPr/>
          <a:lstStyle>
            <a:lvl1pPr>
              <a:defRPr/>
            </a:lvl1pPr>
          </a:lstStyle>
          <a:p>
            <a:fld id="{42B863D3-D502-9149-AC03-62FCA160537E}" type="slidenum">
              <a:rPr lang="zh-TW" altLang="en-US"/>
              <a:pPr/>
              <a:t>‹#›</a:t>
            </a:fld>
            <a:endParaRPr lang="en-US" altLang="zh-TW"/>
          </a:p>
        </p:txBody>
      </p:sp>
    </p:spTree>
    <p:extLst>
      <p:ext uri="{BB962C8B-B14F-4D97-AF65-F5344CB8AC3E}">
        <p14:creationId xmlns:p14="http://schemas.microsoft.com/office/powerpoint/2010/main" val="91564409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CDFC5F-FC12-C0CE-5DE5-1FB9E6FBB62C}"/>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3A38DFB5-8CD1-F7F8-6AFA-1B1F6E53C3A3}"/>
              </a:ext>
            </a:extLst>
          </p:cNvPr>
          <p:cNvSpPr>
            <a:spLocks noGrp="1"/>
          </p:cNvSpPr>
          <p:nvPr>
            <p:ph sz="half" idx="1"/>
          </p:nvPr>
        </p:nvSpPr>
        <p:spPr>
          <a:xfrm>
            <a:off x="304800" y="1066800"/>
            <a:ext cx="4191000" cy="50593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D824EFC2-DC9B-9E84-89D2-B1128232B791}"/>
              </a:ext>
            </a:extLst>
          </p:cNvPr>
          <p:cNvSpPr>
            <a:spLocks noGrp="1"/>
          </p:cNvSpPr>
          <p:nvPr>
            <p:ph sz="half" idx="2"/>
          </p:nvPr>
        </p:nvSpPr>
        <p:spPr>
          <a:xfrm>
            <a:off x="4648200" y="1066800"/>
            <a:ext cx="4191000" cy="50593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B8001536-39F6-B62A-05D7-6945FBD60BBF}"/>
              </a:ext>
            </a:extLst>
          </p:cNvPr>
          <p:cNvSpPr>
            <a:spLocks noGrp="1"/>
          </p:cNvSpPr>
          <p:nvPr>
            <p:ph type="dt" sz="half" idx="10"/>
          </p:nvPr>
        </p:nvSpPr>
        <p:spPr/>
        <p:txBody>
          <a:bodyPr/>
          <a:lstStyle>
            <a:lvl1pPr>
              <a:defRPr/>
            </a:lvl1pPr>
          </a:lstStyle>
          <a:p>
            <a:endParaRPr lang="en-US" altLang="zh-TW"/>
          </a:p>
        </p:txBody>
      </p:sp>
      <p:sp>
        <p:nvSpPr>
          <p:cNvPr id="6" name="Footer Placeholder 5">
            <a:extLst>
              <a:ext uri="{FF2B5EF4-FFF2-40B4-BE49-F238E27FC236}">
                <a16:creationId xmlns:a16="http://schemas.microsoft.com/office/drawing/2014/main" id="{5A53F30E-1674-B8A0-286E-231E2D5850D1}"/>
              </a:ext>
            </a:extLst>
          </p:cNvPr>
          <p:cNvSpPr>
            <a:spLocks noGrp="1"/>
          </p:cNvSpPr>
          <p:nvPr>
            <p:ph type="ftr" sz="quarter" idx="11"/>
          </p:nvPr>
        </p:nvSpPr>
        <p:spPr/>
        <p:txBody>
          <a:bodyPr/>
          <a:lstStyle>
            <a:lvl1pPr>
              <a:defRPr/>
            </a:lvl1pPr>
          </a:lstStyle>
          <a:p>
            <a:r>
              <a:rPr lang="zh-TW" altLang="en-US"/>
              <a:t>NDSL, Chang Gung University, Copyright@2008</a:t>
            </a:r>
            <a:endParaRPr lang="en-US" altLang="zh-TW"/>
          </a:p>
        </p:txBody>
      </p:sp>
      <p:sp>
        <p:nvSpPr>
          <p:cNvPr id="7" name="Slide Number Placeholder 6">
            <a:extLst>
              <a:ext uri="{FF2B5EF4-FFF2-40B4-BE49-F238E27FC236}">
                <a16:creationId xmlns:a16="http://schemas.microsoft.com/office/drawing/2014/main" id="{4625B2A5-EAA7-EFDF-CA9F-91EB496CB266}"/>
              </a:ext>
            </a:extLst>
          </p:cNvPr>
          <p:cNvSpPr>
            <a:spLocks noGrp="1"/>
          </p:cNvSpPr>
          <p:nvPr>
            <p:ph type="sldNum" sz="quarter" idx="12"/>
          </p:nvPr>
        </p:nvSpPr>
        <p:spPr/>
        <p:txBody>
          <a:bodyPr/>
          <a:lstStyle>
            <a:lvl1pPr>
              <a:defRPr/>
            </a:lvl1pPr>
          </a:lstStyle>
          <a:p>
            <a:fld id="{3F8F1806-B373-1A41-A0D1-D82BF27503AA}" type="slidenum">
              <a:rPr lang="zh-TW" altLang="en-US"/>
              <a:pPr/>
              <a:t>‹#›</a:t>
            </a:fld>
            <a:endParaRPr lang="en-US" altLang="zh-TW"/>
          </a:p>
        </p:txBody>
      </p:sp>
    </p:spTree>
    <p:extLst>
      <p:ext uri="{BB962C8B-B14F-4D97-AF65-F5344CB8AC3E}">
        <p14:creationId xmlns:p14="http://schemas.microsoft.com/office/powerpoint/2010/main" val="170314323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3AA0B4-5005-8CC5-2B8A-8526F53CDF13}"/>
              </a:ext>
            </a:extLst>
          </p:cNvPr>
          <p:cNvSpPr>
            <a:spLocks noGrp="1"/>
          </p:cNvSpPr>
          <p:nvPr>
            <p:ph type="title"/>
          </p:nvPr>
        </p:nvSpPr>
        <p:spPr>
          <a:xfrm>
            <a:off x="630238" y="365125"/>
            <a:ext cx="78867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0AEF70E5-FE4D-6049-E1F9-BE8906BC3895}"/>
              </a:ext>
            </a:extLst>
          </p:cNvPr>
          <p:cNvSpPr>
            <a:spLocks noGrp="1"/>
          </p:cNvSpPr>
          <p:nvPr>
            <p:ph type="body" idx="1"/>
          </p:nvPr>
        </p:nvSpPr>
        <p:spPr>
          <a:xfrm>
            <a:off x="630238" y="1681163"/>
            <a:ext cx="386873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388E9D1E-264A-0DE3-B51A-D00DCE13F004}"/>
              </a:ext>
            </a:extLst>
          </p:cNvPr>
          <p:cNvSpPr>
            <a:spLocks noGrp="1"/>
          </p:cNvSpPr>
          <p:nvPr>
            <p:ph sz="half" idx="2"/>
          </p:nvPr>
        </p:nvSpPr>
        <p:spPr>
          <a:xfrm>
            <a:off x="630238" y="2505075"/>
            <a:ext cx="386873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C2C776FE-726C-F347-8603-C4F083C05DE3}"/>
              </a:ext>
            </a:extLst>
          </p:cNvPr>
          <p:cNvSpPr>
            <a:spLocks noGrp="1"/>
          </p:cNvSpPr>
          <p:nvPr>
            <p:ph type="body" sz="quarter" idx="3"/>
          </p:nvPr>
        </p:nvSpPr>
        <p:spPr>
          <a:xfrm>
            <a:off x="4629150" y="1681163"/>
            <a:ext cx="38877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B7A46E2-4BA6-0172-653A-4BC457B13A75}"/>
              </a:ext>
            </a:extLst>
          </p:cNvPr>
          <p:cNvSpPr>
            <a:spLocks noGrp="1"/>
          </p:cNvSpPr>
          <p:nvPr>
            <p:ph sz="quarter" idx="4"/>
          </p:nvPr>
        </p:nvSpPr>
        <p:spPr>
          <a:xfrm>
            <a:off x="4629150" y="2505075"/>
            <a:ext cx="38877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0F48189E-5CBA-3DC4-2DF5-9B67FFFED5B8}"/>
              </a:ext>
            </a:extLst>
          </p:cNvPr>
          <p:cNvSpPr>
            <a:spLocks noGrp="1"/>
          </p:cNvSpPr>
          <p:nvPr>
            <p:ph type="dt" sz="half" idx="10"/>
          </p:nvPr>
        </p:nvSpPr>
        <p:spPr/>
        <p:txBody>
          <a:bodyPr/>
          <a:lstStyle>
            <a:lvl1pPr>
              <a:defRPr/>
            </a:lvl1pPr>
          </a:lstStyle>
          <a:p>
            <a:endParaRPr lang="en-US" altLang="zh-TW"/>
          </a:p>
        </p:txBody>
      </p:sp>
      <p:sp>
        <p:nvSpPr>
          <p:cNvPr id="8" name="Footer Placeholder 7">
            <a:extLst>
              <a:ext uri="{FF2B5EF4-FFF2-40B4-BE49-F238E27FC236}">
                <a16:creationId xmlns:a16="http://schemas.microsoft.com/office/drawing/2014/main" id="{7395EFD9-EA43-8211-BC97-B1C50D0D09A1}"/>
              </a:ext>
            </a:extLst>
          </p:cNvPr>
          <p:cNvSpPr>
            <a:spLocks noGrp="1"/>
          </p:cNvSpPr>
          <p:nvPr>
            <p:ph type="ftr" sz="quarter" idx="11"/>
          </p:nvPr>
        </p:nvSpPr>
        <p:spPr/>
        <p:txBody>
          <a:bodyPr/>
          <a:lstStyle>
            <a:lvl1pPr>
              <a:defRPr/>
            </a:lvl1pPr>
          </a:lstStyle>
          <a:p>
            <a:r>
              <a:rPr lang="zh-TW" altLang="en-US"/>
              <a:t>NDSL, Chang Gung University, Copyright@2008</a:t>
            </a:r>
            <a:endParaRPr lang="en-US" altLang="zh-TW"/>
          </a:p>
        </p:txBody>
      </p:sp>
      <p:sp>
        <p:nvSpPr>
          <p:cNvPr id="9" name="Slide Number Placeholder 8">
            <a:extLst>
              <a:ext uri="{FF2B5EF4-FFF2-40B4-BE49-F238E27FC236}">
                <a16:creationId xmlns:a16="http://schemas.microsoft.com/office/drawing/2014/main" id="{1F89A327-D002-1FB5-8BEC-BBF84DF7AB28}"/>
              </a:ext>
            </a:extLst>
          </p:cNvPr>
          <p:cNvSpPr>
            <a:spLocks noGrp="1"/>
          </p:cNvSpPr>
          <p:nvPr>
            <p:ph type="sldNum" sz="quarter" idx="12"/>
          </p:nvPr>
        </p:nvSpPr>
        <p:spPr/>
        <p:txBody>
          <a:bodyPr/>
          <a:lstStyle>
            <a:lvl1pPr>
              <a:defRPr/>
            </a:lvl1pPr>
          </a:lstStyle>
          <a:p>
            <a:fld id="{43044440-D8B2-D64A-8B61-7FB05C88FB4F}" type="slidenum">
              <a:rPr lang="zh-TW" altLang="en-US"/>
              <a:pPr/>
              <a:t>‹#›</a:t>
            </a:fld>
            <a:endParaRPr lang="en-US" altLang="zh-TW"/>
          </a:p>
        </p:txBody>
      </p:sp>
    </p:spTree>
    <p:extLst>
      <p:ext uri="{BB962C8B-B14F-4D97-AF65-F5344CB8AC3E}">
        <p14:creationId xmlns:p14="http://schemas.microsoft.com/office/powerpoint/2010/main" val="3480235831"/>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58FE07-ACC7-E63D-80B3-23BEAFECC6F9}"/>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336C97EB-8C05-EC47-54DB-713FC7A1A6F3}"/>
              </a:ext>
            </a:extLst>
          </p:cNvPr>
          <p:cNvSpPr>
            <a:spLocks noGrp="1"/>
          </p:cNvSpPr>
          <p:nvPr>
            <p:ph type="dt" sz="half" idx="10"/>
          </p:nvPr>
        </p:nvSpPr>
        <p:spPr/>
        <p:txBody>
          <a:bodyPr/>
          <a:lstStyle>
            <a:lvl1pPr>
              <a:defRPr/>
            </a:lvl1pPr>
          </a:lstStyle>
          <a:p>
            <a:endParaRPr lang="en-US" altLang="zh-TW"/>
          </a:p>
        </p:txBody>
      </p:sp>
      <p:sp>
        <p:nvSpPr>
          <p:cNvPr id="4" name="Footer Placeholder 3">
            <a:extLst>
              <a:ext uri="{FF2B5EF4-FFF2-40B4-BE49-F238E27FC236}">
                <a16:creationId xmlns:a16="http://schemas.microsoft.com/office/drawing/2014/main" id="{92BC6A7E-E082-FADB-0192-9191C6672A09}"/>
              </a:ext>
            </a:extLst>
          </p:cNvPr>
          <p:cNvSpPr>
            <a:spLocks noGrp="1"/>
          </p:cNvSpPr>
          <p:nvPr>
            <p:ph type="ftr" sz="quarter" idx="11"/>
          </p:nvPr>
        </p:nvSpPr>
        <p:spPr/>
        <p:txBody>
          <a:bodyPr/>
          <a:lstStyle>
            <a:lvl1pPr>
              <a:defRPr/>
            </a:lvl1pPr>
          </a:lstStyle>
          <a:p>
            <a:r>
              <a:rPr lang="zh-TW" altLang="en-US"/>
              <a:t>NDSL, Chang Gung University, Copyright@2008</a:t>
            </a:r>
            <a:endParaRPr lang="en-US" altLang="zh-TW"/>
          </a:p>
        </p:txBody>
      </p:sp>
      <p:sp>
        <p:nvSpPr>
          <p:cNvPr id="5" name="Slide Number Placeholder 4">
            <a:extLst>
              <a:ext uri="{FF2B5EF4-FFF2-40B4-BE49-F238E27FC236}">
                <a16:creationId xmlns:a16="http://schemas.microsoft.com/office/drawing/2014/main" id="{8FCEDC43-FD27-10E4-1F67-1D817ABFAC41}"/>
              </a:ext>
            </a:extLst>
          </p:cNvPr>
          <p:cNvSpPr>
            <a:spLocks noGrp="1"/>
          </p:cNvSpPr>
          <p:nvPr>
            <p:ph type="sldNum" sz="quarter" idx="12"/>
          </p:nvPr>
        </p:nvSpPr>
        <p:spPr/>
        <p:txBody>
          <a:bodyPr/>
          <a:lstStyle>
            <a:lvl1pPr>
              <a:defRPr/>
            </a:lvl1pPr>
          </a:lstStyle>
          <a:p>
            <a:fld id="{14FBFA28-95E8-6249-8C31-B941099D9C6D}" type="slidenum">
              <a:rPr lang="zh-TW" altLang="en-US"/>
              <a:pPr/>
              <a:t>‹#›</a:t>
            </a:fld>
            <a:endParaRPr lang="en-US" altLang="zh-TW"/>
          </a:p>
        </p:txBody>
      </p:sp>
    </p:spTree>
    <p:extLst>
      <p:ext uri="{BB962C8B-B14F-4D97-AF65-F5344CB8AC3E}">
        <p14:creationId xmlns:p14="http://schemas.microsoft.com/office/powerpoint/2010/main" val="3712170325"/>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0036D12-928B-216C-BA5C-76ED2CEAD3BD}"/>
              </a:ext>
            </a:extLst>
          </p:cNvPr>
          <p:cNvSpPr>
            <a:spLocks noGrp="1"/>
          </p:cNvSpPr>
          <p:nvPr>
            <p:ph type="dt" sz="half" idx="10"/>
          </p:nvPr>
        </p:nvSpPr>
        <p:spPr/>
        <p:txBody>
          <a:bodyPr/>
          <a:lstStyle>
            <a:lvl1pPr>
              <a:defRPr/>
            </a:lvl1pPr>
          </a:lstStyle>
          <a:p>
            <a:endParaRPr lang="en-US" altLang="zh-TW"/>
          </a:p>
        </p:txBody>
      </p:sp>
      <p:sp>
        <p:nvSpPr>
          <p:cNvPr id="3" name="Footer Placeholder 2">
            <a:extLst>
              <a:ext uri="{FF2B5EF4-FFF2-40B4-BE49-F238E27FC236}">
                <a16:creationId xmlns:a16="http://schemas.microsoft.com/office/drawing/2014/main" id="{4B676781-0396-F30F-AAD0-B986EA3F4BFD}"/>
              </a:ext>
            </a:extLst>
          </p:cNvPr>
          <p:cNvSpPr>
            <a:spLocks noGrp="1"/>
          </p:cNvSpPr>
          <p:nvPr>
            <p:ph type="ftr" sz="quarter" idx="11"/>
          </p:nvPr>
        </p:nvSpPr>
        <p:spPr/>
        <p:txBody>
          <a:bodyPr/>
          <a:lstStyle>
            <a:lvl1pPr>
              <a:defRPr/>
            </a:lvl1pPr>
          </a:lstStyle>
          <a:p>
            <a:r>
              <a:rPr lang="zh-TW" altLang="en-US"/>
              <a:t>NDSL, Chang Gung University, Copyright@2008</a:t>
            </a:r>
            <a:endParaRPr lang="en-US" altLang="zh-TW"/>
          </a:p>
        </p:txBody>
      </p:sp>
      <p:sp>
        <p:nvSpPr>
          <p:cNvPr id="4" name="Slide Number Placeholder 3">
            <a:extLst>
              <a:ext uri="{FF2B5EF4-FFF2-40B4-BE49-F238E27FC236}">
                <a16:creationId xmlns:a16="http://schemas.microsoft.com/office/drawing/2014/main" id="{81507DCA-7AE4-4B93-B7C6-5D955F8B28BE}"/>
              </a:ext>
            </a:extLst>
          </p:cNvPr>
          <p:cNvSpPr>
            <a:spLocks noGrp="1"/>
          </p:cNvSpPr>
          <p:nvPr>
            <p:ph type="sldNum" sz="quarter" idx="12"/>
          </p:nvPr>
        </p:nvSpPr>
        <p:spPr/>
        <p:txBody>
          <a:bodyPr/>
          <a:lstStyle>
            <a:lvl1pPr>
              <a:defRPr/>
            </a:lvl1pPr>
          </a:lstStyle>
          <a:p>
            <a:fld id="{3A634DF4-75B2-5443-9B1F-E3CB621F8996}" type="slidenum">
              <a:rPr lang="zh-TW" altLang="en-US"/>
              <a:pPr/>
              <a:t>‹#›</a:t>
            </a:fld>
            <a:endParaRPr lang="en-US" altLang="zh-TW"/>
          </a:p>
        </p:txBody>
      </p:sp>
    </p:spTree>
    <p:extLst>
      <p:ext uri="{BB962C8B-B14F-4D97-AF65-F5344CB8AC3E}">
        <p14:creationId xmlns:p14="http://schemas.microsoft.com/office/powerpoint/2010/main" val="424069742"/>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3888C3-ED56-41C2-FFD2-C2783841A98A}"/>
              </a:ext>
            </a:extLst>
          </p:cNvPr>
          <p:cNvSpPr>
            <a:spLocks noGrp="1"/>
          </p:cNvSpPr>
          <p:nvPr>
            <p:ph type="title"/>
          </p:nvPr>
        </p:nvSpPr>
        <p:spPr>
          <a:xfrm>
            <a:off x="630238" y="457200"/>
            <a:ext cx="2949575"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FF44AE72-A6FB-E93B-F1B0-29C1B02E20A2}"/>
              </a:ext>
            </a:extLst>
          </p:cNvPr>
          <p:cNvSpPr>
            <a:spLocks noGrp="1"/>
          </p:cNvSpPr>
          <p:nvPr>
            <p:ph idx="1"/>
          </p:nvPr>
        </p:nvSpPr>
        <p:spPr>
          <a:xfrm>
            <a:off x="3887788" y="987425"/>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2EEB43B5-A553-0703-0BE0-8F3F3352E969}"/>
              </a:ext>
            </a:extLst>
          </p:cNvPr>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85EE298-FC68-EF44-6AC8-0F5222A924E0}"/>
              </a:ext>
            </a:extLst>
          </p:cNvPr>
          <p:cNvSpPr>
            <a:spLocks noGrp="1"/>
          </p:cNvSpPr>
          <p:nvPr>
            <p:ph type="dt" sz="half" idx="10"/>
          </p:nvPr>
        </p:nvSpPr>
        <p:spPr/>
        <p:txBody>
          <a:bodyPr/>
          <a:lstStyle>
            <a:lvl1pPr>
              <a:defRPr/>
            </a:lvl1pPr>
          </a:lstStyle>
          <a:p>
            <a:endParaRPr lang="en-US" altLang="zh-TW"/>
          </a:p>
        </p:txBody>
      </p:sp>
      <p:sp>
        <p:nvSpPr>
          <p:cNvPr id="6" name="Footer Placeholder 5">
            <a:extLst>
              <a:ext uri="{FF2B5EF4-FFF2-40B4-BE49-F238E27FC236}">
                <a16:creationId xmlns:a16="http://schemas.microsoft.com/office/drawing/2014/main" id="{F4BE62BA-CE40-7314-710D-E46B5EF253DF}"/>
              </a:ext>
            </a:extLst>
          </p:cNvPr>
          <p:cNvSpPr>
            <a:spLocks noGrp="1"/>
          </p:cNvSpPr>
          <p:nvPr>
            <p:ph type="ftr" sz="quarter" idx="11"/>
          </p:nvPr>
        </p:nvSpPr>
        <p:spPr/>
        <p:txBody>
          <a:bodyPr/>
          <a:lstStyle>
            <a:lvl1pPr>
              <a:defRPr/>
            </a:lvl1pPr>
          </a:lstStyle>
          <a:p>
            <a:r>
              <a:rPr lang="zh-TW" altLang="en-US"/>
              <a:t>NDSL, Chang Gung University, Copyright@2008</a:t>
            </a:r>
            <a:endParaRPr lang="en-US" altLang="zh-TW"/>
          </a:p>
        </p:txBody>
      </p:sp>
      <p:sp>
        <p:nvSpPr>
          <p:cNvPr id="7" name="Slide Number Placeholder 6">
            <a:extLst>
              <a:ext uri="{FF2B5EF4-FFF2-40B4-BE49-F238E27FC236}">
                <a16:creationId xmlns:a16="http://schemas.microsoft.com/office/drawing/2014/main" id="{EE1B2A6F-4E3D-577C-A882-9340C8D67010}"/>
              </a:ext>
            </a:extLst>
          </p:cNvPr>
          <p:cNvSpPr>
            <a:spLocks noGrp="1"/>
          </p:cNvSpPr>
          <p:nvPr>
            <p:ph type="sldNum" sz="quarter" idx="12"/>
          </p:nvPr>
        </p:nvSpPr>
        <p:spPr/>
        <p:txBody>
          <a:bodyPr/>
          <a:lstStyle>
            <a:lvl1pPr>
              <a:defRPr/>
            </a:lvl1pPr>
          </a:lstStyle>
          <a:p>
            <a:fld id="{86FC9BE6-56F2-A84B-BB29-DCDFF4D746D5}" type="slidenum">
              <a:rPr lang="zh-TW" altLang="en-US"/>
              <a:pPr/>
              <a:t>‹#›</a:t>
            </a:fld>
            <a:endParaRPr lang="en-US" altLang="zh-TW"/>
          </a:p>
        </p:txBody>
      </p:sp>
    </p:spTree>
    <p:extLst>
      <p:ext uri="{BB962C8B-B14F-4D97-AF65-F5344CB8AC3E}">
        <p14:creationId xmlns:p14="http://schemas.microsoft.com/office/powerpoint/2010/main" val="215434306"/>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F44099-46A0-39C7-6F7F-736E5C890A04}"/>
              </a:ext>
            </a:extLst>
          </p:cNvPr>
          <p:cNvSpPr>
            <a:spLocks noGrp="1"/>
          </p:cNvSpPr>
          <p:nvPr>
            <p:ph type="title"/>
          </p:nvPr>
        </p:nvSpPr>
        <p:spPr>
          <a:xfrm>
            <a:off x="630238" y="457200"/>
            <a:ext cx="2949575"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EE5A8FD1-EC52-E222-4731-D31784899449}"/>
              </a:ext>
            </a:extLst>
          </p:cNvPr>
          <p:cNvSpPr>
            <a:spLocks noGrp="1"/>
          </p:cNvSpPr>
          <p:nvPr>
            <p:ph type="pic" idx="1"/>
          </p:nvPr>
        </p:nvSpPr>
        <p:spPr>
          <a:xfrm>
            <a:off x="3887788" y="987425"/>
            <a:ext cx="462915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7FD72CA6-1F51-5F75-FF0A-EFB234B39246}"/>
              </a:ext>
            </a:extLst>
          </p:cNvPr>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6CE83F8-5EBF-0F99-3DDC-F68A4A4E0906}"/>
              </a:ext>
            </a:extLst>
          </p:cNvPr>
          <p:cNvSpPr>
            <a:spLocks noGrp="1"/>
          </p:cNvSpPr>
          <p:nvPr>
            <p:ph type="dt" sz="half" idx="10"/>
          </p:nvPr>
        </p:nvSpPr>
        <p:spPr/>
        <p:txBody>
          <a:bodyPr/>
          <a:lstStyle>
            <a:lvl1pPr>
              <a:defRPr/>
            </a:lvl1pPr>
          </a:lstStyle>
          <a:p>
            <a:endParaRPr lang="en-US" altLang="zh-TW"/>
          </a:p>
        </p:txBody>
      </p:sp>
      <p:sp>
        <p:nvSpPr>
          <p:cNvPr id="6" name="Footer Placeholder 5">
            <a:extLst>
              <a:ext uri="{FF2B5EF4-FFF2-40B4-BE49-F238E27FC236}">
                <a16:creationId xmlns:a16="http://schemas.microsoft.com/office/drawing/2014/main" id="{68809018-B00A-9DEE-14A8-0A2AA36E3127}"/>
              </a:ext>
            </a:extLst>
          </p:cNvPr>
          <p:cNvSpPr>
            <a:spLocks noGrp="1"/>
          </p:cNvSpPr>
          <p:nvPr>
            <p:ph type="ftr" sz="quarter" idx="11"/>
          </p:nvPr>
        </p:nvSpPr>
        <p:spPr/>
        <p:txBody>
          <a:bodyPr/>
          <a:lstStyle>
            <a:lvl1pPr>
              <a:defRPr/>
            </a:lvl1pPr>
          </a:lstStyle>
          <a:p>
            <a:r>
              <a:rPr lang="zh-TW" altLang="en-US"/>
              <a:t>NDSL, Chang Gung University, Copyright@2008</a:t>
            </a:r>
            <a:endParaRPr lang="en-US" altLang="zh-TW"/>
          </a:p>
        </p:txBody>
      </p:sp>
      <p:sp>
        <p:nvSpPr>
          <p:cNvPr id="7" name="Slide Number Placeholder 6">
            <a:extLst>
              <a:ext uri="{FF2B5EF4-FFF2-40B4-BE49-F238E27FC236}">
                <a16:creationId xmlns:a16="http://schemas.microsoft.com/office/drawing/2014/main" id="{9A661F2A-3995-6EC2-FF4F-067C2B5F2357}"/>
              </a:ext>
            </a:extLst>
          </p:cNvPr>
          <p:cNvSpPr>
            <a:spLocks noGrp="1"/>
          </p:cNvSpPr>
          <p:nvPr>
            <p:ph type="sldNum" sz="quarter" idx="12"/>
          </p:nvPr>
        </p:nvSpPr>
        <p:spPr/>
        <p:txBody>
          <a:bodyPr/>
          <a:lstStyle>
            <a:lvl1pPr>
              <a:defRPr/>
            </a:lvl1pPr>
          </a:lstStyle>
          <a:p>
            <a:fld id="{44B1F589-4E7D-8A45-9C27-298678DA9E48}" type="slidenum">
              <a:rPr lang="zh-TW" altLang="en-US"/>
              <a:pPr/>
              <a:t>‹#›</a:t>
            </a:fld>
            <a:endParaRPr lang="en-US" altLang="zh-TW"/>
          </a:p>
        </p:txBody>
      </p:sp>
    </p:spTree>
    <p:extLst>
      <p:ext uri="{BB962C8B-B14F-4D97-AF65-F5344CB8AC3E}">
        <p14:creationId xmlns:p14="http://schemas.microsoft.com/office/powerpoint/2010/main" val="1156381173"/>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7B2B4B-3097-B815-9812-E9E25FAAB8C8}"/>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00BC6033-2BD3-5504-B95C-4AF3F9F3BAA8}"/>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ED3B3C5-EFAD-CB20-0271-691F93DA62F2}"/>
              </a:ext>
            </a:extLst>
          </p:cNvPr>
          <p:cNvSpPr>
            <a:spLocks noGrp="1"/>
          </p:cNvSpPr>
          <p:nvPr>
            <p:ph type="dt" sz="half" idx="10"/>
          </p:nvPr>
        </p:nvSpPr>
        <p:spPr/>
        <p:txBody>
          <a:bodyPr/>
          <a:lstStyle>
            <a:lvl1pPr>
              <a:defRPr/>
            </a:lvl1pPr>
          </a:lstStyle>
          <a:p>
            <a:endParaRPr lang="en-US" altLang="zh-TW"/>
          </a:p>
        </p:txBody>
      </p:sp>
      <p:sp>
        <p:nvSpPr>
          <p:cNvPr id="5" name="Footer Placeholder 4">
            <a:extLst>
              <a:ext uri="{FF2B5EF4-FFF2-40B4-BE49-F238E27FC236}">
                <a16:creationId xmlns:a16="http://schemas.microsoft.com/office/drawing/2014/main" id="{855026A7-C987-7EA8-E2C9-F515692BA406}"/>
              </a:ext>
            </a:extLst>
          </p:cNvPr>
          <p:cNvSpPr>
            <a:spLocks noGrp="1"/>
          </p:cNvSpPr>
          <p:nvPr>
            <p:ph type="ftr" sz="quarter" idx="11"/>
          </p:nvPr>
        </p:nvSpPr>
        <p:spPr/>
        <p:txBody>
          <a:bodyPr/>
          <a:lstStyle>
            <a:lvl1pPr>
              <a:defRPr/>
            </a:lvl1pPr>
          </a:lstStyle>
          <a:p>
            <a:r>
              <a:rPr lang="zh-TW" altLang="en-US"/>
              <a:t>NDSL, Chang Gung University, Copyright@2008</a:t>
            </a:r>
            <a:endParaRPr lang="en-US" altLang="zh-TW"/>
          </a:p>
        </p:txBody>
      </p:sp>
      <p:sp>
        <p:nvSpPr>
          <p:cNvPr id="6" name="Slide Number Placeholder 5">
            <a:extLst>
              <a:ext uri="{FF2B5EF4-FFF2-40B4-BE49-F238E27FC236}">
                <a16:creationId xmlns:a16="http://schemas.microsoft.com/office/drawing/2014/main" id="{31C0DDF2-B7D8-B005-F267-6494712C1462}"/>
              </a:ext>
            </a:extLst>
          </p:cNvPr>
          <p:cNvSpPr>
            <a:spLocks noGrp="1"/>
          </p:cNvSpPr>
          <p:nvPr>
            <p:ph type="sldNum" sz="quarter" idx="12"/>
          </p:nvPr>
        </p:nvSpPr>
        <p:spPr/>
        <p:txBody>
          <a:bodyPr/>
          <a:lstStyle>
            <a:lvl1pPr>
              <a:defRPr/>
            </a:lvl1pPr>
          </a:lstStyle>
          <a:p>
            <a:fld id="{240767E3-F824-6743-9DDF-F8521E9FF867}" type="slidenum">
              <a:rPr lang="zh-TW" altLang="en-US"/>
              <a:pPr/>
              <a:t>‹#›</a:t>
            </a:fld>
            <a:endParaRPr lang="en-US" altLang="zh-TW"/>
          </a:p>
        </p:txBody>
      </p:sp>
    </p:spTree>
    <p:extLst>
      <p:ext uri="{BB962C8B-B14F-4D97-AF65-F5344CB8AC3E}">
        <p14:creationId xmlns:p14="http://schemas.microsoft.com/office/powerpoint/2010/main" val="1622684616"/>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5C1EB1D5-70F7-8E7B-8E24-6B348F773CD4}"/>
              </a:ext>
            </a:extLst>
          </p:cNvPr>
          <p:cNvSpPr>
            <a:spLocks noGrp="1"/>
          </p:cNvSpPr>
          <p:nvPr>
            <p:ph type="title" orient="vert"/>
          </p:nvPr>
        </p:nvSpPr>
        <p:spPr>
          <a:xfrm>
            <a:off x="6858000" y="0"/>
            <a:ext cx="2286000" cy="6126163"/>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109A22D2-1198-AC80-0174-1970D43E72BE}"/>
              </a:ext>
            </a:extLst>
          </p:cNvPr>
          <p:cNvSpPr>
            <a:spLocks noGrp="1"/>
          </p:cNvSpPr>
          <p:nvPr>
            <p:ph type="body" orient="vert" idx="1"/>
          </p:nvPr>
        </p:nvSpPr>
        <p:spPr>
          <a:xfrm>
            <a:off x="0" y="0"/>
            <a:ext cx="6705600" cy="6126163"/>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AE8A361-5B01-653A-1F68-C4AEC3E9CD91}"/>
              </a:ext>
            </a:extLst>
          </p:cNvPr>
          <p:cNvSpPr>
            <a:spLocks noGrp="1"/>
          </p:cNvSpPr>
          <p:nvPr>
            <p:ph type="dt" sz="half" idx="10"/>
          </p:nvPr>
        </p:nvSpPr>
        <p:spPr/>
        <p:txBody>
          <a:bodyPr/>
          <a:lstStyle>
            <a:lvl1pPr>
              <a:defRPr/>
            </a:lvl1pPr>
          </a:lstStyle>
          <a:p>
            <a:endParaRPr lang="en-US" altLang="zh-TW"/>
          </a:p>
        </p:txBody>
      </p:sp>
      <p:sp>
        <p:nvSpPr>
          <p:cNvPr id="5" name="Footer Placeholder 4">
            <a:extLst>
              <a:ext uri="{FF2B5EF4-FFF2-40B4-BE49-F238E27FC236}">
                <a16:creationId xmlns:a16="http://schemas.microsoft.com/office/drawing/2014/main" id="{4E1CD932-A9CE-626B-A63F-95A37218DE38}"/>
              </a:ext>
            </a:extLst>
          </p:cNvPr>
          <p:cNvSpPr>
            <a:spLocks noGrp="1"/>
          </p:cNvSpPr>
          <p:nvPr>
            <p:ph type="ftr" sz="quarter" idx="11"/>
          </p:nvPr>
        </p:nvSpPr>
        <p:spPr/>
        <p:txBody>
          <a:bodyPr/>
          <a:lstStyle>
            <a:lvl1pPr>
              <a:defRPr/>
            </a:lvl1pPr>
          </a:lstStyle>
          <a:p>
            <a:r>
              <a:rPr lang="zh-TW" altLang="en-US"/>
              <a:t>NDSL, Chang Gung University, Copyright@2008</a:t>
            </a:r>
            <a:endParaRPr lang="en-US" altLang="zh-TW"/>
          </a:p>
        </p:txBody>
      </p:sp>
      <p:sp>
        <p:nvSpPr>
          <p:cNvPr id="6" name="Slide Number Placeholder 5">
            <a:extLst>
              <a:ext uri="{FF2B5EF4-FFF2-40B4-BE49-F238E27FC236}">
                <a16:creationId xmlns:a16="http://schemas.microsoft.com/office/drawing/2014/main" id="{E07918F2-A5C9-645D-44C6-7490B5B60AD1}"/>
              </a:ext>
            </a:extLst>
          </p:cNvPr>
          <p:cNvSpPr>
            <a:spLocks noGrp="1"/>
          </p:cNvSpPr>
          <p:nvPr>
            <p:ph type="sldNum" sz="quarter" idx="12"/>
          </p:nvPr>
        </p:nvSpPr>
        <p:spPr/>
        <p:txBody>
          <a:bodyPr/>
          <a:lstStyle>
            <a:lvl1pPr>
              <a:defRPr/>
            </a:lvl1pPr>
          </a:lstStyle>
          <a:p>
            <a:fld id="{90A03903-2948-2242-A9A4-93CD5FE80419}" type="slidenum">
              <a:rPr lang="zh-TW" altLang="en-US"/>
              <a:pPr/>
              <a:t>‹#›</a:t>
            </a:fld>
            <a:endParaRPr lang="en-US" altLang="zh-TW"/>
          </a:p>
        </p:txBody>
      </p:sp>
    </p:spTree>
    <p:extLst>
      <p:ext uri="{BB962C8B-B14F-4D97-AF65-F5344CB8AC3E}">
        <p14:creationId xmlns:p14="http://schemas.microsoft.com/office/powerpoint/2010/main" val="361392317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theme" Target="../theme/theme2.xml"/><Relationship Id="rId2" Type="http://schemas.openxmlformats.org/officeDocument/2006/relationships/slideLayout" Target="../slideLayouts/slideLayout14.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734210" name="Rectangle 2">
            <a:extLst>
              <a:ext uri="{FF2B5EF4-FFF2-40B4-BE49-F238E27FC236}">
                <a16:creationId xmlns:a16="http://schemas.microsoft.com/office/drawing/2014/main" id="{B81C90BC-0DB3-EFE5-497A-7DEFEC0256C5}"/>
              </a:ext>
            </a:extLst>
          </p:cNvPr>
          <p:cNvSpPr>
            <a:spLocks noGrp="1" noChangeArrowheads="1"/>
          </p:cNvSpPr>
          <p:nvPr>
            <p:ph type="title"/>
          </p:nvPr>
        </p:nvSpPr>
        <p:spPr bwMode="auto">
          <a:xfrm>
            <a:off x="228600" y="274638"/>
            <a:ext cx="8610600" cy="6397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lvl="0"/>
            <a:r>
              <a:rPr lang="zh-TW" altLang="en-US"/>
              <a:t>按一下以編輯母片標題樣式</a:t>
            </a:r>
          </a:p>
        </p:txBody>
      </p:sp>
      <p:sp>
        <p:nvSpPr>
          <p:cNvPr id="734211" name="Rectangle 3">
            <a:extLst>
              <a:ext uri="{FF2B5EF4-FFF2-40B4-BE49-F238E27FC236}">
                <a16:creationId xmlns:a16="http://schemas.microsoft.com/office/drawing/2014/main" id="{6F44C7C0-7011-633A-7184-2849EC420541}"/>
              </a:ext>
            </a:extLst>
          </p:cNvPr>
          <p:cNvSpPr>
            <a:spLocks noGrp="1" noChangeArrowheads="1"/>
          </p:cNvSpPr>
          <p:nvPr>
            <p:ph type="body" idx="1"/>
          </p:nvPr>
        </p:nvSpPr>
        <p:spPr bwMode="auto">
          <a:xfrm>
            <a:off x="228600" y="990600"/>
            <a:ext cx="8610600" cy="5257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zh-TW" altLang="en-US"/>
              <a:t>按一下以編輯母片</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734212" name="Rectangle 4">
            <a:extLst>
              <a:ext uri="{FF2B5EF4-FFF2-40B4-BE49-F238E27FC236}">
                <a16:creationId xmlns:a16="http://schemas.microsoft.com/office/drawing/2014/main" id="{3D7F5C0B-0F02-E700-B9BA-0BF272226C9A}"/>
              </a:ext>
            </a:extLst>
          </p:cNvPr>
          <p:cNvSpPr>
            <a:spLocks noGrp="1" noChangeArrowheads="1"/>
          </p:cNvSpPr>
          <p:nvPr>
            <p:ph type="dt" sz="half" idx="2"/>
          </p:nvPr>
        </p:nvSpPr>
        <p:spPr bwMode="auto">
          <a:xfrm>
            <a:off x="6781800" y="6477000"/>
            <a:ext cx="2133600" cy="381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eaLnBrk="1" hangingPunct="1">
              <a:defRPr sz="1400" b="0">
                <a:ea typeface="+mn-ea"/>
              </a:defRPr>
            </a:lvl1pPr>
          </a:lstStyle>
          <a:p>
            <a:endParaRPr lang="en-US" altLang="zh-TW"/>
          </a:p>
        </p:txBody>
      </p:sp>
      <p:sp>
        <p:nvSpPr>
          <p:cNvPr id="734213" name="Rectangle 5">
            <a:extLst>
              <a:ext uri="{FF2B5EF4-FFF2-40B4-BE49-F238E27FC236}">
                <a16:creationId xmlns:a16="http://schemas.microsoft.com/office/drawing/2014/main" id="{B0EB3C6D-86F7-75C8-B650-C1A4F41E31C2}"/>
              </a:ext>
            </a:extLst>
          </p:cNvPr>
          <p:cNvSpPr>
            <a:spLocks noGrp="1" noChangeArrowheads="1"/>
          </p:cNvSpPr>
          <p:nvPr>
            <p:ph type="ftr" sz="quarter" idx="3"/>
          </p:nvPr>
        </p:nvSpPr>
        <p:spPr bwMode="auto">
          <a:xfrm>
            <a:off x="2514600" y="6477000"/>
            <a:ext cx="4038600" cy="381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ctr" eaLnBrk="1" hangingPunct="1">
              <a:defRPr sz="1400" b="0">
                <a:ea typeface="+mn-ea"/>
              </a:defRPr>
            </a:lvl1pPr>
          </a:lstStyle>
          <a:p>
            <a:r>
              <a:rPr lang="en-US" altLang="zh-TW"/>
              <a:t>NDSL, Chang Gung University, Copyright@2008</a:t>
            </a:r>
          </a:p>
        </p:txBody>
      </p:sp>
      <p:sp>
        <p:nvSpPr>
          <p:cNvPr id="734214" name="Rectangle 6">
            <a:extLst>
              <a:ext uri="{FF2B5EF4-FFF2-40B4-BE49-F238E27FC236}">
                <a16:creationId xmlns:a16="http://schemas.microsoft.com/office/drawing/2014/main" id="{EEE2DF74-146C-09D2-6D72-E2463CC4C87A}"/>
              </a:ext>
            </a:extLst>
          </p:cNvPr>
          <p:cNvSpPr>
            <a:spLocks noGrp="1" noChangeArrowheads="1"/>
          </p:cNvSpPr>
          <p:nvPr>
            <p:ph type="sldNum" sz="quarter" idx="4"/>
          </p:nvPr>
        </p:nvSpPr>
        <p:spPr bwMode="auto">
          <a:xfrm>
            <a:off x="0" y="6477000"/>
            <a:ext cx="2286000" cy="381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eaLnBrk="1" hangingPunct="1">
              <a:defRPr sz="2000">
                <a:ea typeface="+mn-ea"/>
              </a:defRPr>
            </a:lvl1pPr>
          </a:lstStyle>
          <a:p>
            <a:r>
              <a:rPr lang="en-US" altLang="zh-TW"/>
              <a:t>2.</a:t>
            </a:r>
            <a:fld id="{3D5038BA-58CE-DB42-8EFA-5F09A49A0F3A}" type="slidenum">
              <a:rPr lang="en-US" altLang="zh-TW"/>
              <a:pPr/>
              <a:t>‹#›</a:t>
            </a:fld>
            <a:endParaRPr lang="en-US" altLang="zh-TW"/>
          </a:p>
        </p:txBody>
      </p:sp>
      <p:sp>
        <p:nvSpPr>
          <p:cNvPr id="734215" name="Line 7">
            <a:extLst>
              <a:ext uri="{FF2B5EF4-FFF2-40B4-BE49-F238E27FC236}">
                <a16:creationId xmlns:a16="http://schemas.microsoft.com/office/drawing/2014/main" id="{D2B4C485-898A-BF3D-6580-C596BAA0A8B3}"/>
              </a:ext>
            </a:extLst>
          </p:cNvPr>
          <p:cNvSpPr>
            <a:spLocks noChangeShapeType="1"/>
          </p:cNvSpPr>
          <p:nvPr/>
        </p:nvSpPr>
        <p:spPr bwMode="auto">
          <a:xfrm>
            <a:off x="152400" y="152400"/>
            <a:ext cx="8763000" cy="0"/>
          </a:xfrm>
          <a:prstGeom prst="line">
            <a:avLst/>
          </a:prstGeom>
          <a:noFill/>
          <a:ln w="7620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734216" name="Line 8">
            <a:extLst>
              <a:ext uri="{FF2B5EF4-FFF2-40B4-BE49-F238E27FC236}">
                <a16:creationId xmlns:a16="http://schemas.microsoft.com/office/drawing/2014/main" id="{5BDC1545-FD6E-6B03-B672-BC521357231D}"/>
              </a:ext>
            </a:extLst>
          </p:cNvPr>
          <p:cNvSpPr>
            <a:spLocks noChangeShapeType="1"/>
          </p:cNvSpPr>
          <p:nvPr/>
        </p:nvSpPr>
        <p:spPr bwMode="auto">
          <a:xfrm>
            <a:off x="152400" y="6400800"/>
            <a:ext cx="8763000" cy="0"/>
          </a:xfrm>
          <a:prstGeom prst="line">
            <a:avLst/>
          </a:prstGeom>
          <a:noFill/>
          <a:ln w="7620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734217" name="Line 9">
            <a:extLst>
              <a:ext uri="{FF2B5EF4-FFF2-40B4-BE49-F238E27FC236}">
                <a16:creationId xmlns:a16="http://schemas.microsoft.com/office/drawing/2014/main" id="{994E465B-AA2C-84EB-14FB-5E7AC1694688}"/>
              </a:ext>
            </a:extLst>
          </p:cNvPr>
          <p:cNvSpPr>
            <a:spLocks noChangeShapeType="1"/>
          </p:cNvSpPr>
          <p:nvPr/>
        </p:nvSpPr>
        <p:spPr bwMode="auto">
          <a:xfrm>
            <a:off x="152400" y="914400"/>
            <a:ext cx="8763000" cy="0"/>
          </a:xfrm>
          <a:prstGeom prst="line">
            <a:avLst/>
          </a:prstGeom>
          <a:noFill/>
          <a:ln w="1905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Tree>
  </p:cSld>
  <p:clrMap bg1="lt1" tx1="dk1" bg2="lt2" tx2="dk2" accent1="accent1" accent2="accent2" accent3="accent3" accent4="accent4" accent5="accent5" accent6="accent6" hlink="hlink" folHlink="folHlink"/>
  <p:sldLayoutIdLst>
    <p:sldLayoutId id="2147483653" r:id="rId1"/>
    <p:sldLayoutId id="2147483654" r:id="rId2"/>
    <p:sldLayoutId id="2147483655" r:id="rId3"/>
    <p:sldLayoutId id="2147483656" r:id="rId4"/>
    <p:sldLayoutId id="2147483657" r:id="rId5"/>
    <p:sldLayoutId id="2147483658" r:id="rId6"/>
    <p:sldLayoutId id="2147483659" r:id="rId7"/>
    <p:sldLayoutId id="2147483660" r:id="rId8"/>
    <p:sldLayoutId id="2147483661" r:id="rId9"/>
    <p:sldLayoutId id="2147483662" r:id="rId10"/>
    <p:sldLayoutId id="2147483663" r:id="rId11"/>
    <p:sldLayoutId id="2147483675" r:id="rId12"/>
  </p:sldLayoutIdLst>
  <p:hf hdr="0" ftr="0" dt="0"/>
  <p:txStyles>
    <p:titleStyle>
      <a:lvl1pPr algn="ctr" rtl="0" fontAlgn="base">
        <a:spcBef>
          <a:spcPct val="0"/>
        </a:spcBef>
        <a:spcAft>
          <a:spcPct val="0"/>
        </a:spcAft>
        <a:defRPr kumimoji="1" sz="3200" kern="1200">
          <a:solidFill>
            <a:schemeClr val="tx2"/>
          </a:solidFill>
          <a:latin typeface="+mj-lt"/>
          <a:ea typeface="+mj-ea"/>
          <a:cs typeface="+mj-cs"/>
        </a:defRPr>
      </a:lvl1pPr>
      <a:lvl2pPr algn="ctr" rtl="0" fontAlgn="base">
        <a:spcBef>
          <a:spcPct val="0"/>
        </a:spcBef>
        <a:spcAft>
          <a:spcPct val="0"/>
        </a:spcAft>
        <a:defRPr kumimoji="1" sz="3200">
          <a:solidFill>
            <a:schemeClr val="tx2"/>
          </a:solidFill>
          <a:latin typeface="Arial" panose="020B0604020202020204" pitchFamily="34" charset="0"/>
          <a:ea typeface="新細明體" panose="02020500000000000000" pitchFamily="18" charset="-120"/>
        </a:defRPr>
      </a:lvl2pPr>
      <a:lvl3pPr algn="ctr" rtl="0" fontAlgn="base">
        <a:spcBef>
          <a:spcPct val="0"/>
        </a:spcBef>
        <a:spcAft>
          <a:spcPct val="0"/>
        </a:spcAft>
        <a:defRPr kumimoji="1" sz="3200">
          <a:solidFill>
            <a:schemeClr val="tx2"/>
          </a:solidFill>
          <a:latin typeface="Arial" panose="020B0604020202020204" pitchFamily="34" charset="0"/>
          <a:ea typeface="新細明體" panose="02020500000000000000" pitchFamily="18" charset="-120"/>
        </a:defRPr>
      </a:lvl3pPr>
      <a:lvl4pPr algn="ctr" rtl="0" fontAlgn="base">
        <a:spcBef>
          <a:spcPct val="0"/>
        </a:spcBef>
        <a:spcAft>
          <a:spcPct val="0"/>
        </a:spcAft>
        <a:defRPr kumimoji="1" sz="3200">
          <a:solidFill>
            <a:schemeClr val="tx2"/>
          </a:solidFill>
          <a:latin typeface="Arial" panose="020B0604020202020204" pitchFamily="34" charset="0"/>
          <a:ea typeface="新細明體" panose="02020500000000000000" pitchFamily="18" charset="-120"/>
        </a:defRPr>
      </a:lvl4pPr>
      <a:lvl5pPr algn="ctr" rtl="0" fontAlgn="base">
        <a:spcBef>
          <a:spcPct val="0"/>
        </a:spcBef>
        <a:spcAft>
          <a:spcPct val="0"/>
        </a:spcAft>
        <a:defRPr kumimoji="1" sz="3200">
          <a:solidFill>
            <a:schemeClr val="tx2"/>
          </a:solidFill>
          <a:latin typeface="Arial" panose="020B0604020202020204" pitchFamily="34" charset="0"/>
          <a:ea typeface="新細明體" panose="02020500000000000000" pitchFamily="18" charset="-120"/>
        </a:defRPr>
      </a:lvl5pPr>
      <a:lvl6pPr marL="457200" algn="ctr" rtl="0" fontAlgn="base">
        <a:spcBef>
          <a:spcPct val="0"/>
        </a:spcBef>
        <a:spcAft>
          <a:spcPct val="0"/>
        </a:spcAft>
        <a:defRPr kumimoji="1" sz="3200">
          <a:solidFill>
            <a:schemeClr val="tx2"/>
          </a:solidFill>
          <a:latin typeface="Arial" panose="020B0604020202020204" pitchFamily="34" charset="0"/>
          <a:ea typeface="新細明體" panose="02020500000000000000" pitchFamily="18" charset="-120"/>
        </a:defRPr>
      </a:lvl6pPr>
      <a:lvl7pPr marL="914400" algn="ctr" rtl="0" fontAlgn="base">
        <a:spcBef>
          <a:spcPct val="0"/>
        </a:spcBef>
        <a:spcAft>
          <a:spcPct val="0"/>
        </a:spcAft>
        <a:defRPr kumimoji="1" sz="3200">
          <a:solidFill>
            <a:schemeClr val="tx2"/>
          </a:solidFill>
          <a:latin typeface="Arial" panose="020B0604020202020204" pitchFamily="34" charset="0"/>
          <a:ea typeface="新細明體" panose="02020500000000000000" pitchFamily="18" charset="-120"/>
        </a:defRPr>
      </a:lvl7pPr>
      <a:lvl8pPr marL="1371600" algn="ctr" rtl="0" fontAlgn="base">
        <a:spcBef>
          <a:spcPct val="0"/>
        </a:spcBef>
        <a:spcAft>
          <a:spcPct val="0"/>
        </a:spcAft>
        <a:defRPr kumimoji="1" sz="3200">
          <a:solidFill>
            <a:schemeClr val="tx2"/>
          </a:solidFill>
          <a:latin typeface="Arial" panose="020B0604020202020204" pitchFamily="34" charset="0"/>
          <a:ea typeface="新細明體" panose="02020500000000000000" pitchFamily="18" charset="-120"/>
        </a:defRPr>
      </a:lvl8pPr>
      <a:lvl9pPr marL="1828800" algn="ctr" rtl="0" fontAlgn="base">
        <a:spcBef>
          <a:spcPct val="0"/>
        </a:spcBef>
        <a:spcAft>
          <a:spcPct val="0"/>
        </a:spcAft>
        <a:defRPr kumimoji="1" sz="3200">
          <a:solidFill>
            <a:schemeClr val="tx2"/>
          </a:solidFill>
          <a:latin typeface="Arial" panose="020B0604020202020204" pitchFamily="34" charset="0"/>
          <a:ea typeface="新細明體" panose="02020500000000000000" pitchFamily="18" charset="-120"/>
        </a:defRPr>
      </a:lvl9pPr>
    </p:titleStyle>
    <p:bodyStyle>
      <a:lvl1pPr marL="342900" indent="-342900" algn="l" rtl="0" fontAlgn="base">
        <a:spcBef>
          <a:spcPct val="20000"/>
        </a:spcBef>
        <a:spcAft>
          <a:spcPct val="0"/>
        </a:spcAft>
        <a:buChar char="•"/>
        <a:defRPr kumimoji="1" sz="2800" kern="1200">
          <a:solidFill>
            <a:schemeClr val="tx1"/>
          </a:solidFill>
          <a:latin typeface="+mn-lt"/>
          <a:ea typeface="+mn-ea"/>
          <a:cs typeface="+mn-cs"/>
        </a:defRPr>
      </a:lvl1pPr>
      <a:lvl2pPr marL="742950" indent="-285750" algn="l" rtl="0" fontAlgn="base">
        <a:spcBef>
          <a:spcPct val="20000"/>
        </a:spcBef>
        <a:spcAft>
          <a:spcPct val="0"/>
        </a:spcAft>
        <a:buChar char="–"/>
        <a:defRPr kumimoji="1" sz="2400" kern="1200">
          <a:solidFill>
            <a:schemeClr val="tx1"/>
          </a:solidFill>
          <a:latin typeface="+mn-lt"/>
          <a:ea typeface="+mn-ea"/>
          <a:cs typeface="+mn-cs"/>
        </a:defRPr>
      </a:lvl2pPr>
      <a:lvl3pPr marL="1143000" indent="-228600" algn="l" rtl="0" fontAlgn="base">
        <a:spcBef>
          <a:spcPct val="20000"/>
        </a:spcBef>
        <a:spcAft>
          <a:spcPct val="0"/>
        </a:spcAft>
        <a:buChar char="•"/>
        <a:defRPr kumimoji="1" sz="2000" kern="1200">
          <a:solidFill>
            <a:schemeClr val="tx1"/>
          </a:solidFill>
          <a:latin typeface="+mn-lt"/>
          <a:ea typeface="+mn-ea"/>
          <a:cs typeface="+mn-cs"/>
        </a:defRPr>
      </a:lvl3pPr>
      <a:lvl4pPr marL="1600200" indent="-228600" algn="l" rtl="0" fontAlgn="base">
        <a:spcBef>
          <a:spcPct val="20000"/>
        </a:spcBef>
        <a:spcAft>
          <a:spcPct val="0"/>
        </a:spcAft>
        <a:buChar char="–"/>
        <a:defRPr kumimoji="1" kern="1200">
          <a:solidFill>
            <a:schemeClr val="tx1"/>
          </a:solidFill>
          <a:latin typeface="+mn-lt"/>
          <a:ea typeface="+mn-ea"/>
          <a:cs typeface="+mn-cs"/>
        </a:defRPr>
      </a:lvl4pPr>
      <a:lvl5pPr marL="2057400" indent="-228600" algn="l" rtl="0" fontAlgn="base">
        <a:spcBef>
          <a:spcPct val="20000"/>
        </a:spcBef>
        <a:spcAft>
          <a:spcPct val="0"/>
        </a:spcAft>
        <a:buChar char="»"/>
        <a:defRPr kumimoji="1"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736258" name="Rectangle 2">
            <a:extLst>
              <a:ext uri="{FF2B5EF4-FFF2-40B4-BE49-F238E27FC236}">
                <a16:creationId xmlns:a16="http://schemas.microsoft.com/office/drawing/2014/main" id="{D99D79C9-D3F5-B123-32C5-E8C862CB09B2}"/>
              </a:ext>
            </a:extLst>
          </p:cNvPr>
          <p:cNvSpPr>
            <a:spLocks noGrp="1" noChangeArrowheads="1"/>
          </p:cNvSpPr>
          <p:nvPr>
            <p:ph type="title"/>
          </p:nvPr>
        </p:nvSpPr>
        <p:spPr bwMode="auto">
          <a:xfrm>
            <a:off x="0" y="0"/>
            <a:ext cx="9144000" cy="914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lvl="0"/>
            <a:r>
              <a:rPr lang="zh-TW" altLang="en-US"/>
              <a:t>按一下以編輯母片標題樣式</a:t>
            </a:r>
          </a:p>
        </p:txBody>
      </p:sp>
      <p:sp>
        <p:nvSpPr>
          <p:cNvPr id="736259" name="Rectangle 3">
            <a:extLst>
              <a:ext uri="{FF2B5EF4-FFF2-40B4-BE49-F238E27FC236}">
                <a16:creationId xmlns:a16="http://schemas.microsoft.com/office/drawing/2014/main" id="{9B8C9B25-3E34-17D5-D8FD-A5F68F153296}"/>
              </a:ext>
            </a:extLst>
          </p:cNvPr>
          <p:cNvSpPr>
            <a:spLocks noGrp="1" noChangeArrowheads="1"/>
          </p:cNvSpPr>
          <p:nvPr>
            <p:ph type="body" idx="1"/>
          </p:nvPr>
        </p:nvSpPr>
        <p:spPr bwMode="auto">
          <a:xfrm>
            <a:off x="304800" y="1066800"/>
            <a:ext cx="8534400" cy="50593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zh-TW" altLang="en-US"/>
              <a:t>按一下以編輯母片</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736260" name="Rectangle 4">
            <a:extLst>
              <a:ext uri="{FF2B5EF4-FFF2-40B4-BE49-F238E27FC236}">
                <a16:creationId xmlns:a16="http://schemas.microsoft.com/office/drawing/2014/main" id="{FF01AD59-BFAF-253C-1AF2-684C815A2430}"/>
              </a:ext>
            </a:extLst>
          </p:cNvPr>
          <p:cNvSpPr>
            <a:spLocks noGrp="1" noChangeArrowheads="1"/>
          </p:cNvSpPr>
          <p:nvPr>
            <p:ph type="dt" sz="half" idx="2"/>
          </p:nvPr>
        </p:nvSpPr>
        <p:spPr bwMode="auto">
          <a:xfrm>
            <a:off x="457200" y="6245225"/>
            <a:ext cx="21336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eaLnBrk="1" hangingPunct="1">
              <a:defRPr sz="1400" b="0">
                <a:latin typeface="Times New Roman" panose="02020603050405020304" pitchFamily="18" charset="0"/>
                <a:ea typeface="+mn-ea"/>
              </a:defRPr>
            </a:lvl1pPr>
          </a:lstStyle>
          <a:p>
            <a:endParaRPr lang="en-US" altLang="zh-TW"/>
          </a:p>
        </p:txBody>
      </p:sp>
      <p:sp>
        <p:nvSpPr>
          <p:cNvPr id="736261" name="Rectangle 5">
            <a:extLst>
              <a:ext uri="{FF2B5EF4-FFF2-40B4-BE49-F238E27FC236}">
                <a16:creationId xmlns:a16="http://schemas.microsoft.com/office/drawing/2014/main" id="{002E94C2-40A9-1391-88A4-CB769C5DD1B3}"/>
              </a:ext>
            </a:extLst>
          </p:cNvPr>
          <p:cNvSpPr>
            <a:spLocks noGrp="1" noChangeArrowheads="1"/>
          </p:cNvSpPr>
          <p:nvPr>
            <p:ph type="ftr" sz="quarter" idx="3"/>
          </p:nvPr>
        </p:nvSpPr>
        <p:spPr bwMode="auto">
          <a:xfrm>
            <a:off x="3124200" y="6245225"/>
            <a:ext cx="28956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ctr" eaLnBrk="1" hangingPunct="1">
              <a:defRPr sz="1400" b="0">
                <a:latin typeface="Times New Roman" panose="02020603050405020304" pitchFamily="18" charset="0"/>
                <a:ea typeface="+mn-ea"/>
              </a:defRPr>
            </a:lvl1pPr>
          </a:lstStyle>
          <a:p>
            <a:r>
              <a:rPr lang="zh-TW" altLang="en-US"/>
              <a:t>NDSL, Chang Gung University, Copyright@2008</a:t>
            </a:r>
            <a:endParaRPr lang="en-US" altLang="zh-TW"/>
          </a:p>
        </p:txBody>
      </p:sp>
      <p:sp>
        <p:nvSpPr>
          <p:cNvPr id="736262" name="Rectangle 6">
            <a:extLst>
              <a:ext uri="{FF2B5EF4-FFF2-40B4-BE49-F238E27FC236}">
                <a16:creationId xmlns:a16="http://schemas.microsoft.com/office/drawing/2014/main" id="{4838A93F-A6CC-C074-7CB8-10654E990F60}"/>
              </a:ext>
            </a:extLst>
          </p:cNvPr>
          <p:cNvSpPr>
            <a:spLocks noGrp="1" noChangeArrowheads="1"/>
          </p:cNvSpPr>
          <p:nvPr>
            <p:ph type="sldNum" sz="quarter" idx="4"/>
          </p:nvPr>
        </p:nvSpPr>
        <p:spPr bwMode="auto">
          <a:xfrm>
            <a:off x="6553200" y="6245225"/>
            <a:ext cx="21336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eaLnBrk="1" hangingPunct="1">
              <a:defRPr sz="1400" b="0">
                <a:latin typeface="Times New Roman" panose="02020603050405020304" pitchFamily="18" charset="0"/>
                <a:ea typeface="+mn-ea"/>
              </a:defRPr>
            </a:lvl1pPr>
          </a:lstStyle>
          <a:p>
            <a:fld id="{2867669F-CB4F-144E-BC6C-48361CDBE7E1}" type="slidenum">
              <a:rPr lang="zh-TW" altLang="en-US"/>
              <a:pPr/>
              <a:t>‹#›</a:t>
            </a:fld>
            <a:endParaRPr lang="en-US" altLang="zh-TW"/>
          </a:p>
        </p:txBody>
      </p:sp>
      <p:sp>
        <p:nvSpPr>
          <p:cNvPr id="736263" name="Rectangle 7">
            <a:extLst>
              <a:ext uri="{FF2B5EF4-FFF2-40B4-BE49-F238E27FC236}">
                <a16:creationId xmlns:a16="http://schemas.microsoft.com/office/drawing/2014/main" id="{B6D1A63D-9D4A-7F02-2116-1EF3709140F2}"/>
              </a:ext>
            </a:extLst>
          </p:cNvPr>
          <p:cNvSpPr>
            <a:spLocks noChangeArrowheads="1"/>
          </p:cNvSpPr>
          <p:nvPr/>
        </p:nvSpPr>
        <p:spPr bwMode="auto">
          <a:xfrm>
            <a:off x="0" y="0"/>
            <a:ext cx="9144000" cy="914400"/>
          </a:xfrm>
          <a:prstGeom prst="rect">
            <a:avLst/>
          </a:prstGeom>
          <a:solidFill>
            <a:srgbClr val="33C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zh-TW" altLang="en-US">
              <a:effectLst>
                <a:outerShdw blurRad="38100" dist="38100" dir="2700000" algn="tl">
                  <a:srgbClr val="FFFFFF"/>
                </a:outerShdw>
              </a:effectLst>
              <a:latin typeface="Times New Roman" panose="02020603050405020304" pitchFamily="18" charset="0"/>
              <a:ea typeface="新細明體" panose="02020500000000000000" pitchFamily="18" charset="-120"/>
            </a:endParaRPr>
          </a:p>
        </p:txBody>
      </p:sp>
    </p:spTree>
  </p:cSld>
  <p:clrMap bg1="lt1" tx1="dk1" bg2="lt2" tx2="dk2" accent1="accent1" accent2="accent2" accent3="accent3" accent4="accent4" accent5="accent5" accent6="accent6" hlink="hlink" folHlink="folHlink"/>
  <p:sldLayoutIdLst>
    <p:sldLayoutId id="2147483664" r:id="rId1"/>
    <p:sldLayoutId id="2147483665" r:id="rId2"/>
    <p:sldLayoutId id="2147483666" r:id="rId3"/>
    <p:sldLayoutId id="2147483667" r:id="rId4"/>
    <p:sldLayoutId id="2147483668" r:id="rId5"/>
    <p:sldLayoutId id="2147483669" r:id="rId6"/>
    <p:sldLayoutId id="2147483670" r:id="rId7"/>
    <p:sldLayoutId id="2147483671" r:id="rId8"/>
    <p:sldLayoutId id="2147483672" r:id="rId9"/>
    <p:sldLayoutId id="2147483673" r:id="rId10"/>
    <p:sldLayoutId id="2147483674" r:id="rId11"/>
  </p:sldLayoutIdLst>
  <p:hf hdr="0" ftr="0" dt="0"/>
  <p:txStyles>
    <p:titleStyle>
      <a:lvl1pPr algn="ctr" rtl="0" fontAlgn="base">
        <a:spcBef>
          <a:spcPct val="0"/>
        </a:spcBef>
        <a:spcAft>
          <a:spcPct val="0"/>
        </a:spcAft>
        <a:defRPr kumimoji="1" sz="4400" kern="1200">
          <a:solidFill>
            <a:schemeClr val="tx2"/>
          </a:solidFill>
          <a:latin typeface="+mj-lt"/>
          <a:ea typeface="+mj-ea"/>
          <a:cs typeface="+mj-cs"/>
        </a:defRPr>
      </a:lvl1pPr>
      <a:lvl2pPr algn="ctr" rtl="0" fontAlgn="base">
        <a:spcBef>
          <a:spcPct val="0"/>
        </a:spcBef>
        <a:spcAft>
          <a:spcPct val="0"/>
        </a:spcAft>
        <a:defRPr kumimoji="1" sz="4400">
          <a:solidFill>
            <a:schemeClr val="tx2"/>
          </a:solidFill>
          <a:latin typeface="Arial" panose="020B0604020202020204" pitchFamily="34" charset="0"/>
          <a:ea typeface="新細明體" panose="02020500000000000000" pitchFamily="18" charset="-120"/>
        </a:defRPr>
      </a:lvl2pPr>
      <a:lvl3pPr algn="ctr" rtl="0" fontAlgn="base">
        <a:spcBef>
          <a:spcPct val="0"/>
        </a:spcBef>
        <a:spcAft>
          <a:spcPct val="0"/>
        </a:spcAft>
        <a:defRPr kumimoji="1" sz="4400">
          <a:solidFill>
            <a:schemeClr val="tx2"/>
          </a:solidFill>
          <a:latin typeface="Arial" panose="020B0604020202020204" pitchFamily="34" charset="0"/>
          <a:ea typeface="新細明體" panose="02020500000000000000" pitchFamily="18" charset="-120"/>
        </a:defRPr>
      </a:lvl3pPr>
      <a:lvl4pPr algn="ctr" rtl="0" fontAlgn="base">
        <a:spcBef>
          <a:spcPct val="0"/>
        </a:spcBef>
        <a:spcAft>
          <a:spcPct val="0"/>
        </a:spcAft>
        <a:defRPr kumimoji="1" sz="4400">
          <a:solidFill>
            <a:schemeClr val="tx2"/>
          </a:solidFill>
          <a:latin typeface="Arial" panose="020B0604020202020204" pitchFamily="34" charset="0"/>
          <a:ea typeface="新細明體" panose="02020500000000000000" pitchFamily="18" charset="-120"/>
        </a:defRPr>
      </a:lvl4pPr>
      <a:lvl5pPr algn="ctr" rtl="0" fontAlgn="base">
        <a:spcBef>
          <a:spcPct val="0"/>
        </a:spcBef>
        <a:spcAft>
          <a:spcPct val="0"/>
        </a:spcAft>
        <a:defRPr kumimoji="1" sz="4400">
          <a:solidFill>
            <a:schemeClr val="tx2"/>
          </a:solidFill>
          <a:latin typeface="Arial" panose="020B0604020202020204" pitchFamily="34" charset="0"/>
          <a:ea typeface="新細明體" panose="02020500000000000000" pitchFamily="18" charset="-120"/>
        </a:defRPr>
      </a:lvl5pPr>
      <a:lvl6pPr marL="457200" algn="ctr" rtl="0" fontAlgn="base">
        <a:spcBef>
          <a:spcPct val="0"/>
        </a:spcBef>
        <a:spcAft>
          <a:spcPct val="0"/>
        </a:spcAft>
        <a:defRPr kumimoji="1" sz="4400">
          <a:solidFill>
            <a:schemeClr val="tx2"/>
          </a:solidFill>
          <a:latin typeface="Arial" panose="020B0604020202020204" pitchFamily="34" charset="0"/>
          <a:ea typeface="新細明體" panose="02020500000000000000" pitchFamily="18" charset="-120"/>
        </a:defRPr>
      </a:lvl6pPr>
      <a:lvl7pPr marL="914400" algn="ctr" rtl="0" fontAlgn="base">
        <a:spcBef>
          <a:spcPct val="0"/>
        </a:spcBef>
        <a:spcAft>
          <a:spcPct val="0"/>
        </a:spcAft>
        <a:defRPr kumimoji="1" sz="4400">
          <a:solidFill>
            <a:schemeClr val="tx2"/>
          </a:solidFill>
          <a:latin typeface="Arial" panose="020B0604020202020204" pitchFamily="34" charset="0"/>
          <a:ea typeface="新細明體" panose="02020500000000000000" pitchFamily="18" charset="-120"/>
        </a:defRPr>
      </a:lvl7pPr>
      <a:lvl8pPr marL="1371600" algn="ctr" rtl="0" fontAlgn="base">
        <a:spcBef>
          <a:spcPct val="0"/>
        </a:spcBef>
        <a:spcAft>
          <a:spcPct val="0"/>
        </a:spcAft>
        <a:defRPr kumimoji="1" sz="4400">
          <a:solidFill>
            <a:schemeClr val="tx2"/>
          </a:solidFill>
          <a:latin typeface="Arial" panose="020B0604020202020204" pitchFamily="34" charset="0"/>
          <a:ea typeface="新細明體" panose="02020500000000000000" pitchFamily="18" charset="-120"/>
        </a:defRPr>
      </a:lvl8pPr>
      <a:lvl9pPr marL="1828800" algn="ctr" rtl="0" fontAlgn="base">
        <a:spcBef>
          <a:spcPct val="0"/>
        </a:spcBef>
        <a:spcAft>
          <a:spcPct val="0"/>
        </a:spcAft>
        <a:defRPr kumimoji="1" sz="4400">
          <a:solidFill>
            <a:schemeClr val="tx2"/>
          </a:solidFill>
          <a:latin typeface="Arial" panose="020B0604020202020204" pitchFamily="34" charset="0"/>
          <a:ea typeface="新細明體" panose="02020500000000000000" pitchFamily="18" charset="-120"/>
        </a:defRPr>
      </a:lvl9pPr>
    </p:titleStyle>
    <p:bodyStyle>
      <a:lvl1pPr marL="342900" indent="-342900" algn="l" rtl="0" fontAlgn="base">
        <a:spcBef>
          <a:spcPct val="20000"/>
        </a:spcBef>
        <a:spcAft>
          <a:spcPct val="0"/>
        </a:spcAft>
        <a:buChar char="•"/>
        <a:defRPr kumimoji="1" sz="3200" kern="1200">
          <a:solidFill>
            <a:schemeClr val="tx1"/>
          </a:solidFill>
          <a:latin typeface="+mn-lt"/>
          <a:ea typeface="+mn-ea"/>
          <a:cs typeface="+mn-cs"/>
        </a:defRPr>
      </a:lvl1pPr>
      <a:lvl2pPr marL="742950" indent="-285750" algn="l" rtl="0" fontAlgn="base">
        <a:spcBef>
          <a:spcPct val="20000"/>
        </a:spcBef>
        <a:spcAft>
          <a:spcPct val="0"/>
        </a:spcAft>
        <a:buChar char="–"/>
        <a:defRPr kumimoji="1" sz="2800" kern="1200">
          <a:solidFill>
            <a:schemeClr val="tx1"/>
          </a:solidFill>
          <a:latin typeface="+mn-lt"/>
          <a:ea typeface="+mn-ea"/>
          <a:cs typeface="+mn-cs"/>
        </a:defRPr>
      </a:lvl2pPr>
      <a:lvl3pPr marL="1143000" indent="-228600" algn="l" rtl="0" fontAlgn="base">
        <a:spcBef>
          <a:spcPct val="20000"/>
        </a:spcBef>
        <a:spcAft>
          <a:spcPct val="0"/>
        </a:spcAft>
        <a:buChar char="•"/>
        <a:defRPr kumimoji="1" sz="2400" kern="1200">
          <a:solidFill>
            <a:schemeClr val="tx1"/>
          </a:solidFill>
          <a:latin typeface="+mn-lt"/>
          <a:ea typeface="+mn-ea"/>
          <a:cs typeface="+mn-cs"/>
        </a:defRPr>
      </a:lvl3pPr>
      <a:lvl4pPr marL="1600200" indent="-228600" algn="l" rtl="0" fontAlgn="base">
        <a:spcBef>
          <a:spcPct val="20000"/>
        </a:spcBef>
        <a:spcAft>
          <a:spcPct val="0"/>
        </a:spcAft>
        <a:buChar char="–"/>
        <a:defRPr kumimoji="1" sz="2000" kern="1200">
          <a:solidFill>
            <a:schemeClr val="tx1"/>
          </a:solidFill>
          <a:latin typeface="+mn-lt"/>
          <a:ea typeface="+mn-ea"/>
          <a:cs typeface="+mn-cs"/>
        </a:defRPr>
      </a:lvl4pPr>
      <a:lvl5pPr marL="2057400" indent="-228600" algn="l" rtl="0" fontAlgn="base">
        <a:spcBef>
          <a:spcPct val="20000"/>
        </a:spcBef>
        <a:spcAft>
          <a:spcPct val="0"/>
        </a:spcAft>
        <a:buChar char="»"/>
        <a:defRPr kumimoji="1"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3.xm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4.xml"/><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5.xml"/><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6.xml"/><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7.xml"/><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9.xml"/><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31.xml"/><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32.xml"/><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34.xml"/><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37.xml"/><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39.xml"/><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0.xml"/><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2.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Slide Number Placeholder 4">
            <a:extLst>
              <a:ext uri="{FF2B5EF4-FFF2-40B4-BE49-F238E27FC236}">
                <a16:creationId xmlns:a16="http://schemas.microsoft.com/office/drawing/2014/main" id="{11CB1C49-1B70-2F93-3ECC-479B46AF9574}"/>
              </a:ext>
            </a:extLst>
          </p:cNvPr>
          <p:cNvSpPr>
            <a:spLocks noGrp="1"/>
          </p:cNvSpPr>
          <p:nvPr>
            <p:ph type="sldNum" sz="quarter" idx="12"/>
          </p:nvPr>
        </p:nvSpPr>
        <p:spPr/>
        <p:txBody>
          <a:bodyPr/>
          <a:lstStyle/>
          <a:p>
            <a:r>
              <a:rPr lang="en-US" altLang="zh-TW"/>
              <a:t>2.</a:t>
            </a:r>
            <a:fld id="{6E6AF27A-F0BF-2147-B158-CBC49E19DBA9}" type="slidenum">
              <a:rPr lang="en-US" altLang="zh-TW"/>
              <a:pPr/>
              <a:t>1</a:t>
            </a:fld>
            <a:endParaRPr lang="en-US" altLang="zh-TW"/>
          </a:p>
        </p:txBody>
      </p:sp>
      <p:sp>
        <p:nvSpPr>
          <p:cNvPr id="731139" name="Rectangle 3">
            <a:extLst>
              <a:ext uri="{FF2B5EF4-FFF2-40B4-BE49-F238E27FC236}">
                <a16:creationId xmlns:a16="http://schemas.microsoft.com/office/drawing/2014/main" id="{3F2374FA-963E-4F03-0EB3-2B0C9B679624}"/>
              </a:ext>
            </a:extLst>
          </p:cNvPr>
          <p:cNvSpPr>
            <a:spLocks noChangeArrowheads="1"/>
          </p:cNvSpPr>
          <p:nvPr/>
        </p:nvSpPr>
        <p:spPr bwMode="auto">
          <a:xfrm>
            <a:off x="4454769" y="2667000"/>
            <a:ext cx="4572000" cy="1754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ctr"/>
            <a:r>
              <a:rPr lang="en-US" altLang="en-US" sz="4400" dirty="0">
                <a:solidFill>
                  <a:schemeClr val="tx2"/>
                </a:solidFill>
              </a:rPr>
              <a:t>Chapter 2</a:t>
            </a:r>
          </a:p>
          <a:p>
            <a:pPr algn="ctr"/>
            <a:endParaRPr lang="en-US" altLang="en-US" sz="2000" dirty="0">
              <a:solidFill>
                <a:schemeClr val="tx2"/>
              </a:solidFill>
            </a:endParaRPr>
          </a:p>
          <a:p>
            <a:pPr algn="ctr"/>
            <a:r>
              <a:rPr lang="en-US" altLang="en-US" sz="4400" dirty="0"/>
              <a:t>Network Models</a:t>
            </a:r>
            <a:endParaRPr lang="en-US" altLang="zh-TW" sz="4400" dirty="0">
              <a:ea typeface="新細明體" panose="02020500000000000000" pitchFamily="18" charset="-120"/>
            </a:endParaRPr>
          </a:p>
        </p:txBody>
      </p:sp>
      <p:pic>
        <p:nvPicPr>
          <p:cNvPr id="5" name="Content Placeholder 4" descr="A book cover with a planet earth&#10;&#10;Description automatically generated">
            <a:extLst>
              <a:ext uri="{FF2B5EF4-FFF2-40B4-BE49-F238E27FC236}">
                <a16:creationId xmlns:a16="http://schemas.microsoft.com/office/drawing/2014/main" id="{4E2430A5-74AD-49D0-DF77-F9DCA2F2DE11}"/>
              </a:ext>
            </a:extLst>
          </p:cNvPr>
          <p:cNvPicPr>
            <a:picLocks noGrp="1" noChangeAspect="1"/>
          </p:cNvPicPr>
          <p:nvPr>
            <p:ph/>
          </p:nvPr>
        </p:nvPicPr>
        <p:blipFill rotWithShape="1">
          <a:blip r:embed="rId3"/>
          <a:srcRect l="5699" r="10246"/>
          <a:stretch/>
        </p:blipFill>
        <p:spPr>
          <a:xfrm>
            <a:off x="152400" y="609600"/>
            <a:ext cx="4050412" cy="56388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 name="Slide Number Placeholder 3">
            <a:extLst>
              <a:ext uri="{FF2B5EF4-FFF2-40B4-BE49-F238E27FC236}">
                <a16:creationId xmlns:a16="http://schemas.microsoft.com/office/drawing/2014/main" id="{52F0258A-B983-6091-3457-7E765BFB5AFC}"/>
              </a:ext>
            </a:extLst>
          </p:cNvPr>
          <p:cNvSpPr>
            <a:spLocks noGrp="1"/>
          </p:cNvSpPr>
          <p:nvPr>
            <p:ph type="sldNum" sz="quarter" idx="12"/>
          </p:nvPr>
        </p:nvSpPr>
        <p:spPr/>
        <p:txBody>
          <a:bodyPr/>
          <a:lstStyle/>
          <a:p>
            <a:r>
              <a:rPr lang="en-US" altLang="zh-TW"/>
              <a:t>2.</a:t>
            </a:r>
            <a:fld id="{DEAA0064-321D-484C-B923-8CEC5D5FB650}" type="slidenum">
              <a:rPr lang="en-US" altLang="zh-TW"/>
              <a:pPr/>
              <a:t>2</a:t>
            </a:fld>
            <a:endParaRPr lang="en-US" altLang="zh-TW"/>
          </a:p>
        </p:txBody>
      </p:sp>
      <p:sp>
        <p:nvSpPr>
          <p:cNvPr id="565250" name="Rectangle 2">
            <a:extLst>
              <a:ext uri="{FF2B5EF4-FFF2-40B4-BE49-F238E27FC236}">
                <a16:creationId xmlns:a16="http://schemas.microsoft.com/office/drawing/2014/main" id="{794786DC-DEBD-B05F-5840-BCE6976C854B}"/>
              </a:ext>
            </a:extLst>
          </p:cNvPr>
          <p:cNvSpPr>
            <a:spLocks noChangeArrowheads="1"/>
          </p:cNvSpPr>
          <p:nvPr/>
        </p:nvSpPr>
        <p:spPr bwMode="auto">
          <a:xfrm>
            <a:off x="0" y="0"/>
            <a:ext cx="9144000" cy="914400"/>
          </a:xfrm>
          <a:prstGeom prst="rect">
            <a:avLst/>
          </a:prstGeom>
          <a:solidFill>
            <a:srgbClr val="33C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zh-TW" altLang="en-US">
              <a:effectLst>
                <a:outerShdw blurRad="38100" dist="38100" dir="2700000" algn="tl">
                  <a:srgbClr val="FFFFFF"/>
                </a:outerShdw>
              </a:effectLst>
              <a:latin typeface="Times New Roman" panose="02020603050405020304" pitchFamily="18" charset="0"/>
              <a:ea typeface="新細明體" panose="02020500000000000000" pitchFamily="18" charset="-120"/>
            </a:endParaRPr>
          </a:p>
        </p:txBody>
      </p:sp>
      <p:sp>
        <p:nvSpPr>
          <p:cNvPr id="565251" name="Text Box 3">
            <a:extLst>
              <a:ext uri="{FF2B5EF4-FFF2-40B4-BE49-F238E27FC236}">
                <a16:creationId xmlns:a16="http://schemas.microsoft.com/office/drawing/2014/main" id="{63C18664-F1F9-21D2-6CBD-C3A0305D9B88}"/>
              </a:ext>
            </a:extLst>
          </p:cNvPr>
          <p:cNvSpPr txBox="1">
            <a:spLocks noChangeArrowheads="1"/>
          </p:cNvSpPr>
          <p:nvPr/>
        </p:nvSpPr>
        <p:spPr bwMode="auto">
          <a:xfrm>
            <a:off x="152400" y="228600"/>
            <a:ext cx="4452938"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TW">
                <a:effectLst>
                  <a:outerShdw blurRad="38100" dist="38100" dir="2700000" algn="tl">
                    <a:srgbClr val="C0C0C0"/>
                  </a:outerShdw>
                </a:effectLst>
                <a:latin typeface="Times" pitchFamily="18" charset="0"/>
                <a:ea typeface="新細明體" panose="02020500000000000000" pitchFamily="18" charset="-120"/>
              </a:rPr>
              <a:t>2-1   LAYERED TASKS</a:t>
            </a:r>
          </a:p>
        </p:txBody>
      </p:sp>
      <p:sp>
        <p:nvSpPr>
          <p:cNvPr id="565252" name="Text Box 4">
            <a:extLst>
              <a:ext uri="{FF2B5EF4-FFF2-40B4-BE49-F238E27FC236}">
                <a16:creationId xmlns:a16="http://schemas.microsoft.com/office/drawing/2014/main" id="{E9A2228A-93C4-3691-BCAF-A763763A03FD}"/>
              </a:ext>
            </a:extLst>
          </p:cNvPr>
          <p:cNvSpPr txBox="1">
            <a:spLocks noChangeArrowheads="1"/>
          </p:cNvSpPr>
          <p:nvPr/>
        </p:nvSpPr>
        <p:spPr bwMode="auto">
          <a:xfrm>
            <a:off x="8229600" y="6400800"/>
            <a:ext cx="1841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zh-TW" altLang="en-US" sz="1800">
              <a:latin typeface="Times New Roman" panose="02020603050405020304" pitchFamily="18" charset="0"/>
              <a:ea typeface="新細明體" panose="02020500000000000000" pitchFamily="18" charset="-120"/>
            </a:endParaRPr>
          </a:p>
        </p:txBody>
      </p:sp>
      <p:sp>
        <p:nvSpPr>
          <p:cNvPr id="565277" name="Rectangle 29">
            <a:extLst>
              <a:ext uri="{FF2B5EF4-FFF2-40B4-BE49-F238E27FC236}">
                <a16:creationId xmlns:a16="http://schemas.microsoft.com/office/drawing/2014/main" id="{8D2D48D9-42C7-E1AF-191F-15D2A5AE9847}"/>
              </a:ext>
            </a:extLst>
          </p:cNvPr>
          <p:cNvSpPr>
            <a:spLocks noChangeArrowheads="1"/>
          </p:cNvSpPr>
          <p:nvPr/>
        </p:nvSpPr>
        <p:spPr bwMode="auto">
          <a:xfrm>
            <a:off x="76200" y="1127125"/>
            <a:ext cx="8610600" cy="22272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lgn="just" eaLnBrk="1" hangingPunct="1"/>
            <a:r>
              <a:rPr lang="en-US" altLang="zh-TW" sz="2800" i="1">
                <a:effectLst>
                  <a:outerShdw blurRad="38100" dist="38100" dir="2700000" algn="tl">
                    <a:srgbClr val="C0C0C0"/>
                  </a:outerShdw>
                </a:effectLst>
                <a:latin typeface="Times New Roman" panose="02020603050405020304" pitchFamily="18" charset="0"/>
                <a:ea typeface="新細明體" panose="02020500000000000000" pitchFamily="18" charset="-120"/>
              </a:rPr>
              <a:t>We use the concept of </a:t>
            </a:r>
            <a:r>
              <a:rPr lang="en-US" altLang="zh-TW" sz="2800" i="1">
                <a:solidFill>
                  <a:schemeClr val="hlink"/>
                </a:solidFill>
                <a:effectLst>
                  <a:outerShdw blurRad="38100" dist="38100" dir="2700000" algn="tl">
                    <a:srgbClr val="C0C0C0"/>
                  </a:outerShdw>
                </a:effectLst>
                <a:latin typeface="Times New Roman" panose="02020603050405020304" pitchFamily="18" charset="0"/>
                <a:ea typeface="新細明體" panose="02020500000000000000" pitchFamily="18" charset="-120"/>
              </a:rPr>
              <a:t>layers</a:t>
            </a:r>
            <a:r>
              <a:rPr lang="en-US" altLang="zh-TW" sz="2800" i="1">
                <a:effectLst>
                  <a:outerShdw blurRad="38100" dist="38100" dir="2700000" algn="tl">
                    <a:srgbClr val="C0C0C0"/>
                  </a:outerShdw>
                </a:effectLst>
                <a:latin typeface="Times New Roman" panose="02020603050405020304" pitchFamily="18" charset="0"/>
                <a:ea typeface="新細明體" panose="02020500000000000000" pitchFamily="18" charset="-120"/>
              </a:rPr>
              <a:t> in our daily life. As an example, let us consider two friends who communicate through postal mail. The process of sending a letter to a friend would be complex if there were no services available from the post office. </a:t>
            </a:r>
          </a:p>
        </p:txBody>
      </p:sp>
      <p:sp>
        <p:nvSpPr>
          <p:cNvPr id="565278" name="Rectangle 30">
            <a:extLst>
              <a:ext uri="{FF2B5EF4-FFF2-40B4-BE49-F238E27FC236}">
                <a16:creationId xmlns:a16="http://schemas.microsoft.com/office/drawing/2014/main" id="{07B16D77-5D81-877D-0135-E9B545476C86}"/>
              </a:ext>
            </a:extLst>
          </p:cNvPr>
          <p:cNvSpPr>
            <a:spLocks noChangeArrowheads="1"/>
          </p:cNvSpPr>
          <p:nvPr/>
        </p:nvSpPr>
        <p:spPr bwMode="auto">
          <a:xfrm>
            <a:off x="228600" y="4972050"/>
            <a:ext cx="5715000" cy="822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buClr>
                <a:schemeClr val="tx1"/>
              </a:buClr>
              <a:buSzPct val="117000"/>
              <a:buFont typeface="Wingdings" pitchFamily="2" charset="2"/>
              <a:buNone/>
            </a:pPr>
            <a:r>
              <a:rPr lang="fr-FR" altLang="en-US" sz="2400">
                <a:solidFill>
                  <a:srgbClr val="0033CC"/>
                </a:solidFill>
                <a:latin typeface="Times New Roman" panose="02020603050405020304" pitchFamily="18" charset="0"/>
              </a:rPr>
              <a:t>Sender, Receiver, and Carrier</a:t>
            </a:r>
            <a:br>
              <a:rPr lang="fr-FR" altLang="en-US" sz="2400">
                <a:solidFill>
                  <a:srgbClr val="0033CC"/>
                </a:solidFill>
                <a:latin typeface="Times New Roman" panose="02020603050405020304" pitchFamily="18" charset="0"/>
              </a:rPr>
            </a:br>
            <a:r>
              <a:rPr lang="fr-FR" altLang="en-US" sz="2400">
                <a:solidFill>
                  <a:srgbClr val="0033CC"/>
                </a:solidFill>
                <a:latin typeface="Times New Roman" panose="02020603050405020304" pitchFamily="18" charset="0"/>
              </a:rPr>
              <a:t>Hierarchy</a:t>
            </a:r>
            <a:endParaRPr lang="en-US" altLang="zh-TW" sz="2400">
              <a:solidFill>
                <a:srgbClr val="0033CC"/>
              </a:solidFill>
              <a:latin typeface="Times New Roman" panose="02020603050405020304" pitchFamily="18" charset="0"/>
              <a:ea typeface="新細明體" panose="02020500000000000000" pitchFamily="18" charset="-120"/>
            </a:endParaRPr>
          </a:p>
        </p:txBody>
      </p:sp>
      <p:sp>
        <p:nvSpPr>
          <p:cNvPr id="565279" name="Text Box 31">
            <a:extLst>
              <a:ext uri="{FF2B5EF4-FFF2-40B4-BE49-F238E27FC236}">
                <a16:creationId xmlns:a16="http://schemas.microsoft.com/office/drawing/2014/main" id="{AFBBF100-2CCB-2AE1-908B-CBDAEEC6D4D6}"/>
              </a:ext>
            </a:extLst>
          </p:cNvPr>
          <p:cNvSpPr txBox="1">
            <a:spLocks noChangeArrowheads="1"/>
          </p:cNvSpPr>
          <p:nvPr/>
        </p:nvSpPr>
        <p:spPr bwMode="auto">
          <a:xfrm>
            <a:off x="241300" y="4495800"/>
            <a:ext cx="4862513"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76200" algn="ctr">
                <a:solidFill>
                  <a:schemeClr val="fo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zh-TW" sz="2800" i="1" u="sng">
                <a:solidFill>
                  <a:schemeClr val="hlink"/>
                </a:solidFill>
                <a:effectLst>
                  <a:outerShdw blurRad="38100" dist="38100" dir="2700000" algn="tl">
                    <a:srgbClr val="C0C0C0"/>
                  </a:outerShdw>
                </a:effectLst>
                <a:latin typeface="Times New Roman" panose="02020603050405020304" pitchFamily="18" charset="0"/>
                <a:ea typeface="新細明體" panose="02020500000000000000" pitchFamily="18" charset="-120"/>
              </a:rPr>
              <a:t>Topics discussed in this section:</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3">
            <a:extLst>
              <a:ext uri="{FF2B5EF4-FFF2-40B4-BE49-F238E27FC236}">
                <a16:creationId xmlns:a16="http://schemas.microsoft.com/office/drawing/2014/main" id="{64D86D08-E953-2A75-A562-76397E9346BB}"/>
              </a:ext>
            </a:extLst>
          </p:cNvPr>
          <p:cNvSpPr>
            <a:spLocks noGrp="1"/>
          </p:cNvSpPr>
          <p:nvPr>
            <p:ph type="sldNum" sz="quarter" idx="12"/>
          </p:nvPr>
        </p:nvSpPr>
        <p:spPr/>
        <p:txBody>
          <a:bodyPr/>
          <a:lstStyle/>
          <a:p>
            <a:r>
              <a:rPr lang="en-US" altLang="zh-TW"/>
              <a:t>2.</a:t>
            </a:r>
            <a:fld id="{A93CE2E7-B770-5D4E-87FA-FC1D1818ECD6}" type="slidenum">
              <a:rPr lang="en-US" altLang="zh-TW"/>
              <a:pPr/>
              <a:t>3</a:t>
            </a:fld>
            <a:endParaRPr lang="en-US" altLang="zh-TW"/>
          </a:p>
        </p:txBody>
      </p:sp>
      <p:sp>
        <p:nvSpPr>
          <p:cNvPr id="634884" name="Text Box 4">
            <a:extLst>
              <a:ext uri="{FF2B5EF4-FFF2-40B4-BE49-F238E27FC236}">
                <a16:creationId xmlns:a16="http://schemas.microsoft.com/office/drawing/2014/main" id="{1C1BF929-52C5-61B6-CDF3-240AB35CE0EB}"/>
              </a:ext>
            </a:extLst>
          </p:cNvPr>
          <p:cNvSpPr txBox="1">
            <a:spLocks noChangeArrowheads="1"/>
          </p:cNvSpPr>
          <p:nvPr/>
        </p:nvSpPr>
        <p:spPr bwMode="auto">
          <a:xfrm>
            <a:off x="304800" y="304800"/>
            <a:ext cx="4913313"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TW" sz="2400">
                <a:solidFill>
                  <a:schemeClr val="folHlink"/>
                </a:solidFill>
                <a:latin typeface="Times New Roman" panose="02020603050405020304" pitchFamily="18" charset="0"/>
                <a:ea typeface="新細明體" panose="02020500000000000000" pitchFamily="18" charset="-120"/>
              </a:rPr>
              <a:t>Figure 2.1  </a:t>
            </a:r>
            <a:r>
              <a:rPr lang="en-US" altLang="zh-TW" sz="1800">
                <a:latin typeface="Times New Roman" panose="02020603050405020304" pitchFamily="18" charset="0"/>
                <a:ea typeface="新細明體" panose="02020500000000000000" pitchFamily="18" charset="-120"/>
              </a:rPr>
              <a:t>Tasks involved in sending a letter</a:t>
            </a:r>
            <a:endParaRPr lang="en-US" altLang="zh-TW" sz="2000" i="1">
              <a:latin typeface="Times New Roman" panose="02020603050405020304" pitchFamily="18" charset="0"/>
              <a:ea typeface="新細明體" panose="02020500000000000000" pitchFamily="18" charset="-120"/>
            </a:endParaRPr>
          </a:p>
        </p:txBody>
      </p:sp>
      <p:pic>
        <p:nvPicPr>
          <p:cNvPr id="634886" name="Picture 6">
            <a:extLst>
              <a:ext uri="{FF2B5EF4-FFF2-40B4-BE49-F238E27FC236}">
                <a16:creationId xmlns:a16="http://schemas.microsoft.com/office/drawing/2014/main" id="{C8FBCEEF-5AD0-A648-59BA-D5CF6860779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63700" y="1219200"/>
            <a:ext cx="5575300" cy="47990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 name="Slide Number Placeholder 3">
            <a:extLst>
              <a:ext uri="{FF2B5EF4-FFF2-40B4-BE49-F238E27FC236}">
                <a16:creationId xmlns:a16="http://schemas.microsoft.com/office/drawing/2014/main" id="{E5276AB3-7697-2434-3085-E6EF9BCDF6CA}"/>
              </a:ext>
            </a:extLst>
          </p:cNvPr>
          <p:cNvSpPr>
            <a:spLocks noGrp="1"/>
          </p:cNvSpPr>
          <p:nvPr>
            <p:ph type="sldNum" sz="quarter" idx="12"/>
          </p:nvPr>
        </p:nvSpPr>
        <p:spPr/>
        <p:txBody>
          <a:bodyPr/>
          <a:lstStyle/>
          <a:p>
            <a:r>
              <a:rPr lang="en-US" altLang="zh-TW"/>
              <a:t>2.</a:t>
            </a:r>
            <a:fld id="{6C625647-680C-1B46-9D9C-72EE509B95D3}" type="slidenum">
              <a:rPr lang="en-US" altLang="zh-TW"/>
              <a:pPr/>
              <a:t>4</a:t>
            </a:fld>
            <a:endParaRPr lang="en-US" altLang="zh-TW"/>
          </a:p>
        </p:txBody>
      </p:sp>
      <p:sp>
        <p:nvSpPr>
          <p:cNvPr id="677890" name="Rectangle 2">
            <a:extLst>
              <a:ext uri="{FF2B5EF4-FFF2-40B4-BE49-F238E27FC236}">
                <a16:creationId xmlns:a16="http://schemas.microsoft.com/office/drawing/2014/main" id="{8E176C09-DD4D-91A4-ECDE-000BF472FF4D}"/>
              </a:ext>
            </a:extLst>
          </p:cNvPr>
          <p:cNvSpPr>
            <a:spLocks noChangeArrowheads="1"/>
          </p:cNvSpPr>
          <p:nvPr/>
        </p:nvSpPr>
        <p:spPr bwMode="auto">
          <a:xfrm>
            <a:off x="0" y="0"/>
            <a:ext cx="9144000" cy="914400"/>
          </a:xfrm>
          <a:prstGeom prst="rect">
            <a:avLst/>
          </a:prstGeom>
          <a:solidFill>
            <a:srgbClr val="33C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zh-TW" altLang="en-US">
              <a:effectLst>
                <a:outerShdw blurRad="38100" dist="38100" dir="2700000" algn="tl">
                  <a:srgbClr val="FFFFFF"/>
                </a:outerShdw>
              </a:effectLst>
              <a:latin typeface="Times New Roman" panose="02020603050405020304" pitchFamily="18" charset="0"/>
              <a:ea typeface="新細明體" panose="02020500000000000000" pitchFamily="18" charset="-120"/>
            </a:endParaRPr>
          </a:p>
        </p:txBody>
      </p:sp>
      <p:sp>
        <p:nvSpPr>
          <p:cNvPr id="677891" name="Text Box 3">
            <a:extLst>
              <a:ext uri="{FF2B5EF4-FFF2-40B4-BE49-F238E27FC236}">
                <a16:creationId xmlns:a16="http://schemas.microsoft.com/office/drawing/2014/main" id="{50CC22D5-53D7-2EA9-BD7C-8377862088B2}"/>
              </a:ext>
            </a:extLst>
          </p:cNvPr>
          <p:cNvSpPr txBox="1">
            <a:spLocks noChangeArrowheads="1"/>
          </p:cNvSpPr>
          <p:nvPr/>
        </p:nvSpPr>
        <p:spPr bwMode="auto">
          <a:xfrm>
            <a:off x="228600" y="76200"/>
            <a:ext cx="4329113"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TW">
                <a:effectLst>
                  <a:outerShdw blurRad="38100" dist="38100" dir="2700000" algn="tl">
                    <a:srgbClr val="C0C0C0"/>
                  </a:outerShdw>
                </a:effectLst>
                <a:latin typeface="Times" pitchFamily="18" charset="0"/>
                <a:ea typeface="新細明體" panose="02020500000000000000" pitchFamily="18" charset="-120"/>
              </a:rPr>
              <a:t>2-2   THE OSI MODEL</a:t>
            </a:r>
          </a:p>
        </p:txBody>
      </p:sp>
      <p:sp>
        <p:nvSpPr>
          <p:cNvPr id="677892" name="Text Box 4">
            <a:extLst>
              <a:ext uri="{FF2B5EF4-FFF2-40B4-BE49-F238E27FC236}">
                <a16:creationId xmlns:a16="http://schemas.microsoft.com/office/drawing/2014/main" id="{01126F88-8B6A-2CD8-910E-83DE21771132}"/>
              </a:ext>
            </a:extLst>
          </p:cNvPr>
          <p:cNvSpPr txBox="1">
            <a:spLocks noChangeArrowheads="1"/>
          </p:cNvSpPr>
          <p:nvPr/>
        </p:nvSpPr>
        <p:spPr bwMode="auto">
          <a:xfrm>
            <a:off x="8229600" y="6400800"/>
            <a:ext cx="1841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zh-TW" altLang="en-US" sz="1800">
              <a:latin typeface="Times New Roman" panose="02020603050405020304" pitchFamily="18" charset="0"/>
              <a:ea typeface="新細明體" panose="02020500000000000000" pitchFamily="18" charset="-120"/>
            </a:endParaRPr>
          </a:p>
        </p:txBody>
      </p:sp>
      <p:sp>
        <p:nvSpPr>
          <p:cNvPr id="677893" name="Rectangle 5">
            <a:extLst>
              <a:ext uri="{FF2B5EF4-FFF2-40B4-BE49-F238E27FC236}">
                <a16:creationId xmlns:a16="http://schemas.microsoft.com/office/drawing/2014/main" id="{5A52CC74-23C8-DDEE-AAF6-F49564066517}"/>
              </a:ext>
            </a:extLst>
          </p:cNvPr>
          <p:cNvSpPr>
            <a:spLocks noChangeArrowheads="1"/>
          </p:cNvSpPr>
          <p:nvPr/>
        </p:nvSpPr>
        <p:spPr bwMode="auto">
          <a:xfrm>
            <a:off x="76200" y="969963"/>
            <a:ext cx="8610600" cy="2654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lgn="just" eaLnBrk="1" hangingPunct="1"/>
            <a:r>
              <a:rPr lang="en-US" altLang="zh-TW" sz="2800" i="1">
                <a:effectLst>
                  <a:outerShdw blurRad="38100" dist="38100" dir="2700000" algn="tl">
                    <a:srgbClr val="C0C0C0"/>
                  </a:outerShdw>
                </a:effectLst>
                <a:latin typeface="Times New Roman" panose="02020603050405020304" pitchFamily="18" charset="0"/>
                <a:ea typeface="新細明體" panose="02020500000000000000" pitchFamily="18" charset="-120"/>
              </a:rPr>
              <a:t>Established in 1947, the International Standards Organization (</a:t>
            </a:r>
            <a:r>
              <a:rPr lang="en-US" altLang="zh-TW" sz="2800" i="1">
                <a:solidFill>
                  <a:schemeClr val="hlink"/>
                </a:solidFill>
                <a:effectLst>
                  <a:outerShdw blurRad="38100" dist="38100" dir="2700000" algn="tl">
                    <a:srgbClr val="C0C0C0"/>
                  </a:outerShdw>
                </a:effectLst>
                <a:latin typeface="Times New Roman" panose="02020603050405020304" pitchFamily="18" charset="0"/>
                <a:ea typeface="新細明體" panose="02020500000000000000" pitchFamily="18" charset="-120"/>
              </a:rPr>
              <a:t>ISO</a:t>
            </a:r>
            <a:r>
              <a:rPr lang="en-US" altLang="zh-TW" sz="2800" i="1">
                <a:effectLst>
                  <a:outerShdw blurRad="38100" dist="38100" dir="2700000" algn="tl">
                    <a:srgbClr val="C0C0C0"/>
                  </a:outerShdw>
                </a:effectLst>
                <a:latin typeface="Times New Roman" panose="02020603050405020304" pitchFamily="18" charset="0"/>
                <a:ea typeface="新細明體" panose="02020500000000000000" pitchFamily="18" charset="-120"/>
              </a:rPr>
              <a:t>) is a multinational body dedicated to worldwide agreement on international standards. An ISO standard that covers all aspects of network communications is the Open Systems Interconnection (</a:t>
            </a:r>
            <a:r>
              <a:rPr lang="en-US" altLang="zh-TW" sz="2800" i="1">
                <a:solidFill>
                  <a:schemeClr val="hlink"/>
                </a:solidFill>
                <a:effectLst>
                  <a:outerShdw blurRad="38100" dist="38100" dir="2700000" algn="tl">
                    <a:srgbClr val="C0C0C0"/>
                  </a:outerShdw>
                </a:effectLst>
                <a:latin typeface="Times New Roman" panose="02020603050405020304" pitchFamily="18" charset="0"/>
                <a:ea typeface="新細明體" panose="02020500000000000000" pitchFamily="18" charset="-120"/>
              </a:rPr>
              <a:t>OSI</a:t>
            </a:r>
            <a:r>
              <a:rPr lang="en-US" altLang="zh-TW" sz="2800" i="1">
                <a:effectLst>
                  <a:outerShdw blurRad="38100" dist="38100" dir="2700000" algn="tl">
                    <a:srgbClr val="C0C0C0"/>
                  </a:outerShdw>
                </a:effectLst>
                <a:latin typeface="Times New Roman" panose="02020603050405020304" pitchFamily="18" charset="0"/>
                <a:ea typeface="新細明體" panose="02020500000000000000" pitchFamily="18" charset="-120"/>
              </a:rPr>
              <a:t>) model. It was first introduced in the late 1970s. </a:t>
            </a:r>
          </a:p>
        </p:txBody>
      </p:sp>
      <p:sp>
        <p:nvSpPr>
          <p:cNvPr id="677894" name="Rectangle 6">
            <a:extLst>
              <a:ext uri="{FF2B5EF4-FFF2-40B4-BE49-F238E27FC236}">
                <a16:creationId xmlns:a16="http://schemas.microsoft.com/office/drawing/2014/main" id="{B4745520-AFAA-3260-C314-2C870EF4A06C}"/>
              </a:ext>
            </a:extLst>
          </p:cNvPr>
          <p:cNvSpPr>
            <a:spLocks noChangeArrowheads="1"/>
          </p:cNvSpPr>
          <p:nvPr/>
        </p:nvSpPr>
        <p:spPr bwMode="auto">
          <a:xfrm>
            <a:off x="228600" y="4972050"/>
            <a:ext cx="5715000" cy="1187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buClr>
                <a:schemeClr val="tx1"/>
              </a:buClr>
              <a:buSzPct val="117000"/>
              <a:buFont typeface="Wingdings" pitchFamily="2" charset="2"/>
              <a:buNone/>
            </a:pPr>
            <a:r>
              <a:rPr lang="fr-FR" altLang="en-US" sz="2400">
                <a:solidFill>
                  <a:srgbClr val="0033CC"/>
                </a:solidFill>
                <a:latin typeface="Times New Roman" panose="02020603050405020304" pitchFamily="18" charset="0"/>
              </a:rPr>
              <a:t>Layered Architecture</a:t>
            </a:r>
            <a:br>
              <a:rPr lang="fr-FR" altLang="en-US" sz="2400">
                <a:solidFill>
                  <a:srgbClr val="0033CC"/>
                </a:solidFill>
                <a:latin typeface="Times New Roman" panose="02020603050405020304" pitchFamily="18" charset="0"/>
              </a:rPr>
            </a:br>
            <a:r>
              <a:rPr lang="fr-FR" altLang="en-US" sz="2400">
                <a:solidFill>
                  <a:srgbClr val="0033CC"/>
                </a:solidFill>
                <a:latin typeface="Times New Roman" panose="02020603050405020304" pitchFamily="18" charset="0"/>
              </a:rPr>
              <a:t>Peer-to-Peer Processes</a:t>
            </a:r>
          </a:p>
          <a:p>
            <a:pPr>
              <a:buClr>
                <a:schemeClr val="tx1"/>
              </a:buClr>
              <a:buSzPct val="117000"/>
              <a:buFont typeface="Wingdings" pitchFamily="2" charset="2"/>
              <a:buNone/>
            </a:pPr>
            <a:r>
              <a:rPr lang="en-US" altLang="zh-TW" sz="2400">
                <a:solidFill>
                  <a:srgbClr val="0033CC"/>
                </a:solidFill>
                <a:latin typeface="Times New Roman" panose="02020603050405020304" pitchFamily="18" charset="0"/>
                <a:ea typeface="新細明體" panose="02020500000000000000" pitchFamily="18" charset="-120"/>
              </a:rPr>
              <a:t>Encapsulation</a:t>
            </a:r>
          </a:p>
        </p:txBody>
      </p:sp>
      <p:sp>
        <p:nvSpPr>
          <p:cNvPr id="677895" name="Text Box 7">
            <a:extLst>
              <a:ext uri="{FF2B5EF4-FFF2-40B4-BE49-F238E27FC236}">
                <a16:creationId xmlns:a16="http://schemas.microsoft.com/office/drawing/2014/main" id="{23078889-F371-479B-C976-86681B6E3E95}"/>
              </a:ext>
            </a:extLst>
          </p:cNvPr>
          <p:cNvSpPr txBox="1">
            <a:spLocks noChangeArrowheads="1"/>
          </p:cNvSpPr>
          <p:nvPr/>
        </p:nvSpPr>
        <p:spPr bwMode="auto">
          <a:xfrm>
            <a:off x="241300" y="4495800"/>
            <a:ext cx="4862513"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76200" algn="ctr">
                <a:solidFill>
                  <a:schemeClr val="fo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zh-TW" sz="2800" i="1" u="sng">
                <a:solidFill>
                  <a:schemeClr val="hlink"/>
                </a:solidFill>
                <a:effectLst>
                  <a:outerShdw blurRad="38100" dist="38100" dir="2700000" algn="tl">
                    <a:srgbClr val="C0C0C0"/>
                  </a:outerShdw>
                </a:effectLst>
                <a:latin typeface="Times New Roman" panose="02020603050405020304" pitchFamily="18" charset="0"/>
                <a:ea typeface="新細明體" panose="02020500000000000000" pitchFamily="18" charset="-120"/>
              </a:rPr>
              <a:t>Topics discussed in this section:</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3">
            <a:extLst>
              <a:ext uri="{FF2B5EF4-FFF2-40B4-BE49-F238E27FC236}">
                <a16:creationId xmlns:a16="http://schemas.microsoft.com/office/drawing/2014/main" id="{9D2441D9-EBDC-8521-FEBE-DE495AA5C6B6}"/>
              </a:ext>
            </a:extLst>
          </p:cNvPr>
          <p:cNvSpPr>
            <a:spLocks noGrp="1"/>
          </p:cNvSpPr>
          <p:nvPr>
            <p:ph type="sldNum" sz="quarter" idx="12"/>
          </p:nvPr>
        </p:nvSpPr>
        <p:spPr/>
        <p:txBody>
          <a:bodyPr/>
          <a:lstStyle/>
          <a:p>
            <a:r>
              <a:rPr lang="en-US" altLang="zh-TW"/>
              <a:t>2.</a:t>
            </a:r>
            <a:fld id="{C8E0ADC1-0E99-164D-A0CD-6BDB74F62980}" type="slidenum">
              <a:rPr lang="en-US" altLang="zh-TW"/>
              <a:pPr/>
              <a:t>5</a:t>
            </a:fld>
            <a:endParaRPr lang="en-US" altLang="zh-TW"/>
          </a:p>
        </p:txBody>
      </p:sp>
      <p:sp>
        <p:nvSpPr>
          <p:cNvPr id="656393" name="Line 9">
            <a:extLst>
              <a:ext uri="{FF2B5EF4-FFF2-40B4-BE49-F238E27FC236}">
                <a16:creationId xmlns:a16="http://schemas.microsoft.com/office/drawing/2014/main" id="{69E56BFC-AEC9-27F0-362B-19B104D78C03}"/>
              </a:ext>
            </a:extLst>
          </p:cNvPr>
          <p:cNvSpPr>
            <a:spLocks noChangeShapeType="1"/>
          </p:cNvSpPr>
          <p:nvPr/>
        </p:nvSpPr>
        <p:spPr bwMode="auto">
          <a:xfrm>
            <a:off x="457200" y="2819400"/>
            <a:ext cx="8153400" cy="0"/>
          </a:xfrm>
          <a:prstGeom prst="line">
            <a:avLst/>
          </a:prstGeom>
          <a:noFill/>
          <a:ln w="762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56394" name="Line 10">
            <a:extLst>
              <a:ext uri="{FF2B5EF4-FFF2-40B4-BE49-F238E27FC236}">
                <a16:creationId xmlns:a16="http://schemas.microsoft.com/office/drawing/2014/main" id="{863D793F-C071-16CE-800B-7B46F0FA6D76}"/>
              </a:ext>
            </a:extLst>
          </p:cNvPr>
          <p:cNvSpPr>
            <a:spLocks noChangeShapeType="1"/>
          </p:cNvSpPr>
          <p:nvPr/>
        </p:nvSpPr>
        <p:spPr bwMode="auto">
          <a:xfrm>
            <a:off x="458788" y="3810000"/>
            <a:ext cx="8153400" cy="0"/>
          </a:xfrm>
          <a:prstGeom prst="line">
            <a:avLst/>
          </a:prstGeom>
          <a:noFill/>
          <a:ln w="762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56395" name="Rectangle 11">
            <a:extLst>
              <a:ext uri="{FF2B5EF4-FFF2-40B4-BE49-F238E27FC236}">
                <a16:creationId xmlns:a16="http://schemas.microsoft.com/office/drawing/2014/main" id="{26A024D6-651D-8517-BD8B-B4C79B4251E0}"/>
              </a:ext>
            </a:extLst>
          </p:cNvPr>
          <p:cNvSpPr>
            <a:spLocks noChangeArrowheads="1"/>
          </p:cNvSpPr>
          <p:nvPr/>
        </p:nvSpPr>
        <p:spPr bwMode="auto">
          <a:xfrm>
            <a:off x="495300" y="2911475"/>
            <a:ext cx="8077200" cy="822325"/>
          </a:xfrm>
          <a:prstGeom prst="rect">
            <a:avLst/>
          </a:prstGeom>
          <a:solidFill>
            <a:srgbClr val="99FF33"/>
          </a:solidFill>
          <a:ln>
            <a:noFill/>
          </a:ln>
          <a:effectLst/>
          <a:extLst>
            <a:ext uri="{91240B29-F687-4F45-9708-019B960494DF}">
              <a14:hiddenLine xmlns:a14="http://schemas.microsoft.com/office/drawing/2010/main" w="76200" algn="ctr">
                <a:solidFill>
                  <a:schemeClr val="fo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r>
              <a:rPr lang="en-US" altLang="zh-TW" sz="2400">
                <a:latin typeface="Times New Roman" panose="02020603050405020304" pitchFamily="18" charset="0"/>
                <a:ea typeface="新細明體" panose="02020500000000000000" pitchFamily="18" charset="-120"/>
              </a:rPr>
              <a:t>ISO is the organization.</a:t>
            </a:r>
            <a:br>
              <a:rPr lang="en-US" altLang="zh-TW" sz="2400">
                <a:latin typeface="Times New Roman" panose="02020603050405020304" pitchFamily="18" charset="0"/>
                <a:ea typeface="新細明體" panose="02020500000000000000" pitchFamily="18" charset="-120"/>
              </a:rPr>
            </a:br>
            <a:r>
              <a:rPr lang="en-US" altLang="zh-TW" sz="2400">
                <a:latin typeface="Times New Roman" panose="02020603050405020304" pitchFamily="18" charset="0"/>
                <a:ea typeface="新細明體" panose="02020500000000000000" pitchFamily="18" charset="-120"/>
              </a:rPr>
              <a:t>OSI is the model.</a:t>
            </a:r>
          </a:p>
        </p:txBody>
      </p:sp>
      <p:grpSp>
        <p:nvGrpSpPr>
          <p:cNvPr id="656401" name="Group 17">
            <a:extLst>
              <a:ext uri="{FF2B5EF4-FFF2-40B4-BE49-F238E27FC236}">
                <a16:creationId xmlns:a16="http://schemas.microsoft.com/office/drawing/2014/main" id="{0DCA5F3E-FF11-8964-63E9-028969724882}"/>
              </a:ext>
            </a:extLst>
          </p:cNvPr>
          <p:cNvGrpSpPr>
            <a:grpSpLocks/>
          </p:cNvGrpSpPr>
          <p:nvPr/>
        </p:nvGrpSpPr>
        <p:grpSpPr bwMode="auto">
          <a:xfrm>
            <a:off x="457200" y="2133600"/>
            <a:ext cx="1143000" cy="566738"/>
            <a:chOff x="1200" y="1248"/>
            <a:chExt cx="720" cy="357"/>
          </a:xfrm>
        </p:grpSpPr>
        <p:pic>
          <p:nvPicPr>
            <p:cNvPr id="656402" name="Picture 18">
              <a:extLst>
                <a:ext uri="{FF2B5EF4-FFF2-40B4-BE49-F238E27FC236}">
                  <a16:creationId xmlns:a16="http://schemas.microsoft.com/office/drawing/2014/main" id="{6CCAA2DD-E0DF-FE06-DD95-EC0B0ABE26A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00" y="1248"/>
              <a:ext cx="720" cy="35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56403" name="Text Box 19">
              <a:extLst>
                <a:ext uri="{FF2B5EF4-FFF2-40B4-BE49-F238E27FC236}">
                  <a16:creationId xmlns:a16="http://schemas.microsoft.com/office/drawing/2014/main" id="{12CA6C5F-898D-868D-0231-56732592AB16}"/>
                </a:ext>
              </a:extLst>
            </p:cNvPr>
            <p:cNvSpPr txBox="1">
              <a:spLocks noChangeArrowheads="1"/>
            </p:cNvSpPr>
            <p:nvPr/>
          </p:nvSpPr>
          <p:spPr bwMode="auto">
            <a:xfrm>
              <a:off x="1284" y="1248"/>
              <a:ext cx="551"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TW" sz="2800" i="1">
                  <a:solidFill>
                    <a:schemeClr val="hlink"/>
                  </a:solidFill>
                  <a:latin typeface="Times New Roman" panose="02020603050405020304" pitchFamily="18" charset="0"/>
                  <a:ea typeface="新細明體" panose="02020500000000000000" pitchFamily="18" charset="-120"/>
                </a:rPr>
                <a:t>Note</a:t>
              </a:r>
            </a:p>
          </p:txBody>
        </p:sp>
      </p:gr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3">
            <a:extLst>
              <a:ext uri="{FF2B5EF4-FFF2-40B4-BE49-F238E27FC236}">
                <a16:creationId xmlns:a16="http://schemas.microsoft.com/office/drawing/2014/main" id="{DAC5DBAB-0704-21E3-8EB2-345F48E02863}"/>
              </a:ext>
            </a:extLst>
          </p:cNvPr>
          <p:cNvSpPr>
            <a:spLocks noGrp="1"/>
          </p:cNvSpPr>
          <p:nvPr>
            <p:ph type="sldNum" sz="quarter" idx="12"/>
          </p:nvPr>
        </p:nvSpPr>
        <p:spPr/>
        <p:txBody>
          <a:bodyPr/>
          <a:lstStyle/>
          <a:p>
            <a:r>
              <a:rPr lang="en-US" altLang="zh-TW"/>
              <a:t>2.</a:t>
            </a:r>
            <a:fld id="{DB431AFD-B7E1-8143-86DF-8BF0B7045F58}" type="slidenum">
              <a:rPr lang="en-US" altLang="zh-TW"/>
              <a:pPr/>
              <a:t>6</a:t>
            </a:fld>
            <a:endParaRPr lang="en-US" altLang="zh-TW"/>
          </a:p>
        </p:txBody>
      </p:sp>
      <p:sp>
        <p:nvSpPr>
          <p:cNvPr id="635908" name="Text Box 4">
            <a:extLst>
              <a:ext uri="{FF2B5EF4-FFF2-40B4-BE49-F238E27FC236}">
                <a16:creationId xmlns:a16="http://schemas.microsoft.com/office/drawing/2014/main" id="{D549B043-7D38-9767-6C75-8CA34FD7CB96}"/>
              </a:ext>
            </a:extLst>
          </p:cNvPr>
          <p:cNvSpPr txBox="1">
            <a:spLocks noChangeArrowheads="1"/>
          </p:cNvSpPr>
          <p:nvPr/>
        </p:nvSpPr>
        <p:spPr bwMode="auto">
          <a:xfrm>
            <a:off x="304800" y="304800"/>
            <a:ext cx="4805363"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TW" sz="2400">
                <a:solidFill>
                  <a:schemeClr val="folHlink"/>
                </a:solidFill>
                <a:latin typeface="Times New Roman" panose="02020603050405020304" pitchFamily="18" charset="0"/>
                <a:ea typeface="新細明體" panose="02020500000000000000" pitchFamily="18" charset="-120"/>
              </a:rPr>
              <a:t>Figure 2.2  </a:t>
            </a:r>
            <a:r>
              <a:rPr lang="en-US" altLang="zh-TW" sz="2000" i="1">
                <a:latin typeface="Times New Roman" panose="02020603050405020304" pitchFamily="18" charset="0"/>
                <a:ea typeface="新細明體" panose="02020500000000000000" pitchFamily="18" charset="-120"/>
              </a:rPr>
              <a:t>Seven layers of the OSI model</a:t>
            </a:r>
          </a:p>
        </p:txBody>
      </p:sp>
      <p:pic>
        <p:nvPicPr>
          <p:cNvPr id="635910" name="Picture 6">
            <a:extLst>
              <a:ext uri="{FF2B5EF4-FFF2-40B4-BE49-F238E27FC236}">
                <a16:creationId xmlns:a16="http://schemas.microsoft.com/office/drawing/2014/main" id="{356FD6C5-FF2D-7FFD-5CFD-3C087EEE94A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49475" y="1427163"/>
            <a:ext cx="4251325" cy="43640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3">
            <a:extLst>
              <a:ext uri="{FF2B5EF4-FFF2-40B4-BE49-F238E27FC236}">
                <a16:creationId xmlns:a16="http://schemas.microsoft.com/office/drawing/2014/main" id="{6D5CE06C-4D3F-8DE4-5D74-AF81A4E0F8D3}"/>
              </a:ext>
            </a:extLst>
          </p:cNvPr>
          <p:cNvSpPr>
            <a:spLocks noGrp="1"/>
          </p:cNvSpPr>
          <p:nvPr>
            <p:ph type="sldNum" sz="quarter" idx="12"/>
          </p:nvPr>
        </p:nvSpPr>
        <p:spPr/>
        <p:txBody>
          <a:bodyPr/>
          <a:lstStyle/>
          <a:p>
            <a:r>
              <a:rPr lang="en-US" altLang="zh-TW"/>
              <a:t>2.</a:t>
            </a:r>
            <a:fld id="{311B2B4B-71BA-E846-AC2F-88332F833143}" type="slidenum">
              <a:rPr lang="en-US" altLang="zh-TW"/>
              <a:pPr/>
              <a:t>7</a:t>
            </a:fld>
            <a:endParaRPr lang="en-US" altLang="zh-TW"/>
          </a:p>
        </p:txBody>
      </p:sp>
      <p:sp>
        <p:nvSpPr>
          <p:cNvPr id="636932" name="Text Box 4">
            <a:extLst>
              <a:ext uri="{FF2B5EF4-FFF2-40B4-BE49-F238E27FC236}">
                <a16:creationId xmlns:a16="http://schemas.microsoft.com/office/drawing/2014/main" id="{28430132-524B-5392-210F-C13DE2C78413}"/>
              </a:ext>
            </a:extLst>
          </p:cNvPr>
          <p:cNvSpPr txBox="1">
            <a:spLocks noChangeArrowheads="1"/>
          </p:cNvSpPr>
          <p:nvPr/>
        </p:nvSpPr>
        <p:spPr bwMode="auto">
          <a:xfrm>
            <a:off x="304800" y="304800"/>
            <a:ext cx="670718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TW" sz="2400">
                <a:solidFill>
                  <a:schemeClr val="folHlink"/>
                </a:solidFill>
                <a:latin typeface="Times New Roman" panose="02020603050405020304" pitchFamily="18" charset="0"/>
                <a:ea typeface="新細明體" panose="02020500000000000000" pitchFamily="18" charset="-120"/>
              </a:rPr>
              <a:t>Figure 2.3  </a:t>
            </a:r>
            <a:r>
              <a:rPr lang="en-US" altLang="zh-TW" sz="2000" i="1">
                <a:latin typeface="Times New Roman" panose="02020603050405020304" pitchFamily="18" charset="0"/>
                <a:ea typeface="新細明體" panose="02020500000000000000" pitchFamily="18" charset="-120"/>
              </a:rPr>
              <a:t>The interaction between layers in the OSI model</a:t>
            </a:r>
          </a:p>
        </p:txBody>
      </p:sp>
      <p:pic>
        <p:nvPicPr>
          <p:cNvPr id="636934" name="Picture 6">
            <a:extLst>
              <a:ext uri="{FF2B5EF4-FFF2-40B4-BE49-F238E27FC236}">
                <a16:creationId xmlns:a16="http://schemas.microsoft.com/office/drawing/2014/main" id="{1BB68554-CEE2-8047-8429-A2CB103CB06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82650" y="1066800"/>
            <a:ext cx="6965950" cy="5160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3">
            <a:extLst>
              <a:ext uri="{FF2B5EF4-FFF2-40B4-BE49-F238E27FC236}">
                <a16:creationId xmlns:a16="http://schemas.microsoft.com/office/drawing/2014/main" id="{EEA76101-0955-D885-89F9-E9DAF8FD0A65}"/>
              </a:ext>
            </a:extLst>
          </p:cNvPr>
          <p:cNvSpPr>
            <a:spLocks noGrp="1"/>
          </p:cNvSpPr>
          <p:nvPr>
            <p:ph type="sldNum" sz="quarter" idx="12"/>
          </p:nvPr>
        </p:nvSpPr>
        <p:spPr/>
        <p:txBody>
          <a:bodyPr/>
          <a:lstStyle/>
          <a:p>
            <a:r>
              <a:rPr lang="en-US" altLang="zh-TW"/>
              <a:t>2.</a:t>
            </a:r>
            <a:fld id="{30A5194B-990C-584D-8492-B2533497564E}" type="slidenum">
              <a:rPr lang="en-US" altLang="zh-TW"/>
              <a:pPr/>
              <a:t>8</a:t>
            </a:fld>
            <a:endParaRPr lang="en-US" altLang="zh-TW"/>
          </a:p>
        </p:txBody>
      </p:sp>
      <p:sp>
        <p:nvSpPr>
          <p:cNvPr id="637956" name="Text Box 4">
            <a:extLst>
              <a:ext uri="{FF2B5EF4-FFF2-40B4-BE49-F238E27FC236}">
                <a16:creationId xmlns:a16="http://schemas.microsoft.com/office/drawing/2014/main" id="{130EA868-BBD5-E797-7929-1E59C8987D43}"/>
              </a:ext>
            </a:extLst>
          </p:cNvPr>
          <p:cNvSpPr txBox="1">
            <a:spLocks noChangeArrowheads="1"/>
          </p:cNvSpPr>
          <p:nvPr/>
        </p:nvSpPr>
        <p:spPr bwMode="auto">
          <a:xfrm>
            <a:off x="304800" y="304800"/>
            <a:ext cx="52451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TW" sz="2400">
                <a:solidFill>
                  <a:schemeClr val="folHlink"/>
                </a:solidFill>
                <a:latin typeface="Times New Roman" panose="02020603050405020304" pitchFamily="18" charset="0"/>
                <a:ea typeface="新細明體" panose="02020500000000000000" pitchFamily="18" charset="-120"/>
              </a:rPr>
              <a:t>Figure 2.4  </a:t>
            </a:r>
            <a:r>
              <a:rPr lang="en-US" altLang="zh-TW" sz="2000" i="1">
                <a:latin typeface="Times New Roman" panose="02020603050405020304" pitchFamily="18" charset="0"/>
                <a:ea typeface="新細明體" panose="02020500000000000000" pitchFamily="18" charset="-120"/>
              </a:rPr>
              <a:t>An exchange using the OSI model</a:t>
            </a:r>
          </a:p>
        </p:txBody>
      </p:sp>
      <p:pic>
        <p:nvPicPr>
          <p:cNvPr id="637958" name="Picture 6">
            <a:extLst>
              <a:ext uri="{FF2B5EF4-FFF2-40B4-BE49-F238E27FC236}">
                <a16:creationId xmlns:a16="http://schemas.microsoft.com/office/drawing/2014/main" id="{C9AC2D51-26B5-766D-1DFF-21A098509B0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54038" y="1200150"/>
            <a:ext cx="7523162" cy="48196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 name="Slide Number Placeholder 3">
            <a:extLst>
              <a:ext uri="{FF2B5EF4-FFF2-40B4-BE49-F238E27FC236}">
                <a16:creationId xmlns:a16="http://schemas.microsoft.com/office/drawing/2014/main" id="{14A9BFC5-4F0D-0872-0022-E1C557E3EBEA}"/>
              </a:ext>
            </a:extLst>
          </p:cNvPr>
          <p:cNvSpPr>
            <a:spLocks noGrp="1"/>
          </p:cNvSpPr>
          <p:nvPr>
            <p:ph type="sldNum" sz="quarter" idx="12"/>
          </p:nvPr>
        </p:nvSpPr>
        <p:spPr/>
        <p:txBody>
          <a:bodyPr/>
          <a:lstStyle/>
          <a:p>
            <a:r>
              <a:rPr lang="en-US" altLang="zh-TW"/>
              <a:t>2.</a:t>
            </a:r>
            <a:fld id="{2C3273D3-68B2-FA40-A3DA-D47DED285146}" type="slidenum">
              <a:rPr lang="en-US" altLang="zh-TW"/>
              <a:pPr/>
              <a:t>9</a:t>
            </a:fld>
            <a:endParaRPr lang="en-US" altLang="zh-TW"/>
          </a:p>
        </p:txBody>
      </p:sp>
      <p:sp>
        <p:nvSpPr>
          <p:cNvPr id="678914" name="Rectangle 2">
            <a:extLst>
              <a:ext uri="{FF2B5EF4-FFF2-40B4-BE49-F238E27FC236}">
                <a16:creationId xmlns:a16="http://schemas.microsoft.com/office/drawing/2014/main" id="{C3CF8071-1770-35CA-1331-5059CF9AC36C}"/>
              </a:ext>
            </a:extLst>
          </p:cNvPr>
          <p:cNvSpPr>
            <a:spLocks noChangeArrowheads="1"/>
          </p:cNvSpPr>
          <p:nvPr/>
        </p:nvSpPr>
        <p:spPr bwMode="auto">
          <a:xfrm>
            <a:off x="0" y="0"/>
            <a:ext cx="9144000" cy="914400"/>
          </a:xfrm>
          <a:prstGeom prst="rect">
            <a:avLst/>
          </a:prstGeom>
          <a:solidFill>
            <a:srgbClr val="33C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zh-TW" altLang="en-US">
              <a:effectLst>
                <a:outerShdw blurRad="38100" dist="38100" dir="2700000" algn="tl">
                  <a:srgbClr val="FFFFFF"/>
                </a:outerShdw>
              </a:effectLst>
              <a:latin typeface="Times New Roman" panose="02020603050405020304" pitchFamily="18" charset="0"/>
              <a:ea typeface="新細明體" panose="02020500000000000000" pitchFamily="18" charset="-120"/>
            </a:endParaRPr>
          </a:p>
        </p:txBody>
      </p:sp>
      <p:sp>
        <p:nvSpPr>
          <p:cNvPr id="678915" name="Text Box 3">
            <a:extLst>
              <a:ext uri="{FF2B5EF4-FFF2-40B4-BE49-F238E27FC236}">
                <a16:creationId xmlns:a16="http://schemas.microsoft.com/office/drawing/2014/main" id="{20AED8FC-05A0-BD75-03C4-E030C162094F}"/>
              </a:ext>
            </a:extLst>
          </p:cNvPr>
          <p:cNvSpPr txBox="1">
            <a:spLocks noChangeArrowheads="1"/>
          </p:cNvSpPr>
          <p:nvPr/>
        </p:nvSpPr>
        <p:spPr bwMode="auto">
          <a:xfrm>
            <a:off x="152400" y="152400"/>
            <a:ext cx="6634163"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TW">
                <a:effectLst>
                  <a:outerShdw blurRad="38100" dist="38100" dir="2700000" algn="tl">
                    <a:srgbClr val="C0C0C0"/>
                  </a:outerShdw>
                </a:effectLst>
                <a:latin typeface="Times" pitchFamily="18" charset="0"/>
                <a:ea typeface="新細明體" panose="02020500000000000000" pitchFamily="18" charset="-120"/>
              </a:rPr>
              <a:t>2-3   LAYERS IN THE OSI MODEL</a:t>
            </a:r>
          </a:p>
        </p:txBody>
      </p:sp>
      <p:sp>
        <p:nvSpPr>
          <p:cNvPr id="678916" name="Text Box 4">
            <a:extLst>
              <a:ext uri="{FF2B5EF4-FFF2-40B4-BE49-F238E27FC236}">
                <a16:creationId xmlns:a16="http://schemas.microsoft.com/office/drawing/2014/main" id="{D29117BC-5B48-6B90-C09B-3305A532EE8A}"/>
              </a:ext>
            </a:extLst>
          </p:cNvPr>
          <p:cNvSpPr txBox="1">
            <a:spLocks noChangeArrowheads="1"/>
          </p:cNvSpPr>
          <p:nvPr/>
        </p:nvSpPr>
        <p:spPr bwMode="auto">
          <a:xfrm>
            <a:off x="8229600" y="6400800"/>
            <a:ext cx="1841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zh-TW" altLang="en-US" sz="1800">
              <a:latin typeface="Times New Roman" panose="02020603050405020304" pitchFamily="18" charset="0"/>
              <a:ea typeface="新細明體" panose="02020500000000000000" pitchFamily="18" charset="-120"/>
            </a:endParaRPr>
          </a:p>
        </p:txBody>
      </p:sp>
      <p:sp>
        <p:nvSpPr>
          <p:cNvPr id="678917" name="Rectangle 5">
            <a:extLst>
              <a:ext uri="{FF2B5EF4-FFF2-40B4-BE49-F238E27FC236}">
                <a16:creationId xmlns:a16="http://schemas.microsoft.com/office/drawing/2014/main" id="{60E3FBFB-4576-1EF5-A32C-A68397C1AB68}"/>
              </a:ext>
            </a:extLst>
          </p:cNvPr>
          <p:cNvSpPr>
            <a:spLocks noChangeArrowheads="1"/>
          </p:cNvSpPr>
          <p:nvPr/>
        </p:nvSpPr>
        <p:spPr bwMode="auto">
          <a:xfrm>
            <a:off x="76200" y="987425"/>
            <a:ext cx="8610600" cy="946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lgn="just" eaLnBrk="1" hangingPunct="1"/>
            <a:r>
              <a:rPr lang="en-US" altLang="zh-TW" sz="2800" i="1">
                <a:effectLst>
                  <a:outerShdw blurRad="38100" dist="38100" dir="2700000" algn="tl">
                    <a:srgbClr val="C0C0C0"/>
                  </a:outerShdw>
                </a:effectLst>
                <a:latin typeface="Times New Roman" panose="02020603050405020304" pitchFamily="18" charset="0"/>
                <a:ea typeface="新細明體" panose="02020500000000000000" pitchFamily="18" charset="-120"/>
              </a:rPr>
              <a:t>In this section we briefly describe the functions of each layer in the OSI model.</a:t>
            </a:r>
          </a:p>
        </p:txBody>
      </p:sp>
      <p:sp>
        <p:nvSpPr>
          <p:cNvPr id="678918" name="Rectangle 6">
            <a:extLst>
              <a:ext uri="{FF2B5EF4-FFF2-40B4-BE49-F238E27FC236}">
                <a16:creationId xmlns:a16="http://schemas.microsoft.com/office/drawing/2014/main" id="{A18E5456-8214-189C-02D4-F51D57A863FD}"/>
              </a:ext>
            </a:extLst>
          </p:cNvPr>
          <p:cNvSpPr>
            <a:spLocks noChangeArrowheads="1"/>
          </p:cNvSpPr>
          <p:nvPr/>
        </p:nvSpPr>
        <p:spPr bwMode="auto">
          <a:xfrm>
            <a:off x="228600" y="3295650"/>
            <a:ext cx="5715000" cy="26479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buClr>
                <a:schemeClr val="tx1"/>
              </a:buClr>
              <a:buSzPct val="117000"/>
              <a:buFont typeface="Wingdings" pitchFamily="2" charset="2"/>
              <a:buNone/>
            </a:pPr>
            <a:r>
              <a:rPr lang="fr-FR" altLang="en-US" sz="2400">
                <a:solidFill>
                  <a:srgbClr val="0033CC"/>
                </a:solidFill>
                <a:latin typeface="Times New Roman" panose="02020603050405020304" pitchFamily="18" charset="0"/>
              </a:rPr>
              <a:t>Physical Layer</a:t>
            </a:r>
            <a:br>
              <a:rPr lang="fr-FR" altLang="en-US" sz="2400">
                <a:solidFill>
                  <a:srgbClr val="0033CC"/>
                </a:solidFill>
                <a:latin typeface="Times New Roman" panose="02020603050405020304" pitchFamily="18" charset="0"/>
              </a:rPr>
            </a:br>
            <a:r>
              <a:rPr lang="fr-FR" altLang="en-US" sz="2400">
                <a:solidFill>
                  <a:srgbClr val="0033CC"/>
                </a:solidFill>
                <a:latin typeface="Times New Roman" panose="02020603050405020304" pitchFamily="18" charset="0"/>
              </a:rPr>
              <a:t>Data Link Layer</a:t>
            </a:r>
          </a:p>
          <a:p>
            <a:pPr>
              <a:buClr>
                <a:schemeClr val="tx1"/>
              </a:buClr>
              <a:buSzPct val="117000"/>
              <a:buFont typeface="Wingdings" pitchFamily="2" charset="2"/>
              <a:buNone/>
            </a:pPr>
            <a:r>
              <a:rPr lang="en-US" altLang="zh-TW" sz="2400">
                <a:solidFill>
                  <a:srgbClr val="0033CC"/>
                </a:solidFill>
                <a:latin typeface="Times New Roman" panose="02020603050405020304" pitchFamily="18" charset="0"/>
                <a:ea typeface="新細明體" panose="02020500000000000000" pitchFamily="18" charset="-120"/>
              </a:rPr>
              <a:t>Network Layer</a:t>
            </a:r>
          </a:p>
          <a:p>
            <a:pPr>
              <a:buClr>
                <a:schemeClr val="tx1"/>
              </a:buClr>
              <a:buSzPct val="117000"/>
              <a:buFont typeface="Wingdings" pitchFamily="2" charset="2"/>
              <a:buNone/>
            </a:pPr>
            <a:r>
              <a:rPr lang="en-US" altLang="zh-TW" sz="2400">
                <a:solidFill>
                  <a:srgbClr val="0033CC"/>
                </a:solidFill>
                <a:latin typeface="Times New Roman" panose="02020603050405020304" pitchFamily="18" charset="0"/>
                <a:ea typeface="新細明體" panose="02020500000000000000" pitchFamily="18" charset="-120"/>
              </a:rPr>
              <a:t>Transport Layer</a:t>
            </a:r>
          </a:p>
          <a:p>
            <a:pPr>
              <a:buClr>
                <a:schemeClr val="tx1"/>
              </a:buClr>
              <a:buSzPct val="117000"/>
              <a:buFont typeface="Wingdings" pitchFamily="2" charset="2"/>
              <a:buNone/>
            </a:pPr>
            <a:r>
              <a:rPr lang="en-US" altLang="zh-TW" sz="2400">
                <a:solidFill>
                  <a:srgbClr val="0033CC"/>
                </a:solidFill>
                <a:latin typeface="Times New Roman" panose="02020603050405020304" pitchFamily="18" charset="0"/>
                <a:ea typeface="新細明體" panose="02020500000000000000" pitchFamily="18" charset="-120"/>
              </a:rPr>
              <a:t>Session Layer</a:t>
            </a:r>
          </a:p>
          <a:p>
            <a:pPr>
              <a:buClr>
                <a:schemeClr val="tx1"/>
              </a:buClr>
              <a:buSzPct val="117000"/>
              <a:buFont typeface="Wingdings" pitchFamily="2" charset="2"/>
              <a:buNone/>
            </a:pPr>
            <a:r>
              <a:rPr lang="en-US" altLang="zh-TW" sz="2400">
                <a:solidFill>
                  <a:srgbClr val="0033CC"/>
                </a:solidFill>
                <a:latin typeface="Times New Roman" panose="02020603050405020304" pitchFamily="18" charset="0"/>
                <a:ea typeface="新細明體" panose="02020500000000000000" pitchFamily="18" charset="-120"/>
              </a:rPr>
              <a:t>Presentation Layer</a:t>
            </a:r>
          </a:p>
          <a:p>
            <a:pPr>
              <a:buClr>
                <a:schemeClr val="tx1"/>
              </a:buClr>
              <a:buSzPct val="117000"/>
              <a:buFont typeface="Wingdings" pitchFamily="2" charset="2"/>
              <a:buNone/>
            </a:pPr>
            <a:r>
              <a:rPr lang="en-US" altLang="zh-TW" sz="2400">
                <a:solidFill>
                  <a:srgbClr val="0033CC"/>
                </a:solidFill>
                <a:latin typeface="Times New Roman" panose="02020603050405020304" pitchFamily="18" charset="0"/>
                <a:ea typeface="新細明體" panose="02020500000000000000" pitchFamily="18" charset="-120"/>
              </a:rPr>
              <a:t>Application Layer</a:t>
            </a:r>
          </a:p>
        </p:txBody>
      </p:sp>
      <p:sp>
        <p:nvSpPr>
          <p:cNvPr id="678919" name="Text Box 7">
            <a:extLst>
              <a:ext uri="{FF2B5EF4-FFF2-40B4-BE49-F238E27FC236}">
                <a16:creationId xmlns:a16="http://schemas.microsoft.com/office/drawing/2014/main" id="{B7A06222-5BFF-928B-CC1D-F4BC4612D09B}"/>
              </a:ext>
            </a:extLst>
          </p:cNvPr>
          <p:cNvSpPr txBox="1">
            <a:spLocks noChangeArrowheads="1"/>
          </p:cNvSpPr>
          <p:nvPr/>
        </p:nvSpPr>
        <p:spPr bwMode="auto">
          <a:xfrm>
            <a:off x="241300" y="2819400"/>
            <a:ext cx="4862513"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76200" algn="ctr">
                <a:solidFill>
                  <a:schemeClr val="fo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zh-TW" sz="2800" i="1" u="sng">
                <a:solidFill>
                  <a:schemeClr val="hlink"/>
                </a:solidFill>
                <a:effectLst>
                  <a:outerShdw blurRad="38100" dist="38100" dir="2700000" algn="tl">
                    <a:srgbClr val="C0C0C0"/>
                  </a:outerShdw>
                </a:effectLst>
                <a:latin typeface="Times New Roman" panose="02020603050405020304" pitchFamily="18" charset="0"/>
                <a:ea typeface="新細明體" panose="02020500000000000000" pitchFamily="18" charset="-120"/>
              </a:rPr>
              <a:t>Topics discussed in this section:</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3">
            <a:extLst>
              <a:ext uri="{FF2B5EF4-FFF2-40B4-BE49-F238E27FC236}">
                <a16:creationId xmlns:a16="http://schemas.microsoft.com/office/drawing/2014/main" id="{FF4572AB-7817-D0AD-E270-1BEF9D61B3F6}"/>
              </a:ext>
            </a:extLst>
          </p:cNvPr>
          <p:cNvSpPr>
            <a:spLocks noGrp="1"/>
          </p:cNvSpPr>
          <p:nvPr>
            <p:ph type="sldNum" sz="quarter" idx="12"/>
          </p:nvPr>
        </p:nvSpPr>
        <p:spPr/>
        <p:txBody>
          <a:bodyPr/>
          <a:lstStyle/>
          <a:p>
            <a:r>
              <a:rPr lang="en-US" altLang="zh-TW"/>
              <a:t>2.</a:t>
            </a:r>
            <a:fld id="{6A3AE0E0-4F72-584F-B6B1-E2C97B63B5BC}" type="slidenum">
              <a:rPr lang="en-US" altLang="zh-TW"/>
              <a:pPr/>
              <a:t>10</a:t>
            </a:fld>
            <a:endParaRPr lang="en-US" altLang="zh-TW"/>
          </a:p>
        </p:txBody>
      </p:sp>
      <p:sp>
        <p:nvSpPr>
          <p:cNvPr id="638980" name="Text Box 4">
            <a:extLst>
              <a:ext uri="{FF2B5EF4-FFF2-40B4-BE49-F238E27FC236}">
                <a16:creationId xmlns:a16="http://schemas.microsoft.com/office/drawing/2014/main" id="{55A74B18-934C-3BEC-60CB-3F944A69AD39}"/>
              </a:ext>
            </a:extLst>
          </p:cNvPr>
          <p:cNvSpPr txBox="1">
            <a:spLocks noChangeArrowheads="1"/>
          </p:cNvSpPr>
          <p:nvPr/>
        </p:nvSpPr>
        <p:spPr bwMode="auto">
          <a:xfrm>
            <a:off x="304800" y="304800"/>
            <a:ext cx="312737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TW" sz="2400">
                <a:solidFill>
                  <a:schemeClr val="folHlink"/>
                </a:solidFill>
                <a:latin typeface="Times New Roman" panose="02020603050405020304" pitchFamily="18" charset="0"/>
                <a:ea typeface="新細明體" panose="02020500000000000000" pitchFamily="18" charset="-120"/>
              </a:rPr>
              <a:t>Figure 2.5  </a:t>
            </a:r>
            <a:r>
              <a:rPr lang="en-US" altLang="zh-TW" sz="2000" i="1">
                <a:latin typeface="Times New Roman" panose="02020603050405020304" pitchFamily="18" charset="0"/>
                <a:ea typeface="新細明體" panose="02020500000000000000" pitchFamily="18" charset="-120"/>
              </a:rPr>
              <a:t>Physical layer</a:t>
            </a:r>
          </a:p>
        </p:txBody>
      </p:sp>
      <p:pic>
        <p:nvPicPr>
          <p:cNvPr id="638982" name="Picture 6">
            <a:extLst>
              <a:ext uri="{FF2B5EF4-FFF2-40B4-BE49-F238E27FC236}">
                <a16:creationId xmlns:a16="http://schemas.microsoft.com/office/drawing/2014/main" id="{A848F8CD-2B0D-F436-D83C-65A5023A54F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9550" y="2349500"/>
            <a:ext cx="8629650" cy="2755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3">
            <a:extLst>
              <a:ext uri="{FF2B5EF4-FFF2-40B4-BE49-F238E27FC236}">
                <a16:creationId xmlns:a16="http://schemas.microsoft.com/office/drawing/2014/main" id="{85350813-DE83-C5AF-7DC5-C4265F590759}"/>
              </a:ext>
            </a:extLst>
          </p:cNvPr>
          <p:cNvSpPr>
            <a:spLocks noGrp="1"/>
          </p:cNvSpPr>
          <p:nvPr>
            <p:ph type="sldNum" sz="quarter" idx="12"/>
          </p:nvPr>
        </p:nvSpPr>
        <p:spPr/>
        <p:txBody>
          <a:bodyPr/>
          <a:lstStyle/>
          <a:p>
            <a:r>
              <a:rPr lang="en-US" altLang="zh-TW"/>
              <a:t>2.</a:t>
            </a:r>
            <a:fld id="{D7E44D98-5BE8-4D44-947E-218302C35CF6}" type="slidenum">
              <a:rPr lang="en-US" altLang="zh-TW"/>
              <a:pPr/>
              <a:t>11</a:t>
            </a:fld>
            <a:endParaRPr lang="en-US" altLang="zh-TW"/>
          </a:p>
        </p:txBody>
      </p:sp>
      <p:sp>
        <p:nvSpPr>
          <p:cNvPr id="657417" name="Line 9">
            <a:extLst>
              <a:ext uri="{FF2B5EF4-FFF2-40B4-BE49-F238E27FC236}">
                <a16:creationId xmlns:a16="http://schemas.microsoft.com/office/drawing/2014/main" id="{EFEF8C30-5BBA-EE67-45B9-53E4D27963AD}"/>
              </a:ext>
            </a:extLst>
          </p:cNvPr>
          <p:cNvSpPr>
            <a:spLocks noChangeShapeType="1"/>
          </p:cNvSpPr>
          <p:nvPr/>
        </p:nvSpPr>
        <p:spPr bwMode="auto">
          <a:xfrm>
            <a:off x="457200" y="2971800"/>
            <a:ext cx="8153400" cy="0"/>
          </a:xfrm>
          <a:prstGeom prst="line">
            <a:avLst/>
          </a:prstGeom>
          <a:noFill/>
          <a:ln w="762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57418" name="Line 10">
            <a:extLst>
              <a:ext uri="{FF2B5EF4-FFF2-40B4-BE49-F238E27FC236}">
                <a16:creationId xmlns:a16="http://schemas.microsoft.com/office/drawing/2014/main" id="{4E31647F-7DF7-CFB7-9D90-D8DE0A3C598E}"/>
              </a:ext>
            </a:extLst>
          </p:cNvPr>
          <p:cNvSpPr>
            <a:spLocks noChangeShapeType="1"/>
          </p:cNvSpPr>
          <p:nvPr/>
        </p:nvSpPr>
        <p:spPr bwMode="auto">
          <a:xfrm>
            <a:off x="458788" y="3962400"/>
            <a:ext cx="8153400" cy="0"/>
          </a:xfrm>
          <a:prstGeom prst="line">
            <a:avLst/>
          </a:prstGeom>
          <a:noFill/>
          <a:ln w="762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57419" name="Rectangle 11">
            <a:extLst>
              <a:ext uri="{FF2B5EF4-FFF2-40B4-BE49-F238E27FC236}">
                <a16:creationId xmlns:a16="http://schemas.microsoft.com/office/drawing/2014/main" id="{1D449C62-391E-FCE4-5F0F-2DB587835B86}"/>
              </a:ext>
            </a:extLst>
          </p:cNvPr>
          <p:cNvSpPr>
            <a:spLocks noChangeArrowheads="1"/>
          </p:cNvSpPr>
          <p:nvPr/>
        </p:nvSpPr>
        <p:spPr bwMode="auto">
          <a:xfrm>
            <a:off x="495300" y="3063875"/>
            <a:ext cx="8077200" cy="822325"/>
          </a:xfrm>
          <a:prstGeom prst="rect">
            <a:avLst/>
          </a:prstGeom>
          <a:solidFill>
            <a:srgbClr val="99FF33"/>
          </a:solidFill>
          <a:ln>
            <a:noFill/>
          </a:ln>
          <a:effectLst/>
          <a:extLst>
            <a:ext uri="{91240B29-F687-4F45-9708-019B960494DF}">
              <a14:hiddenLine xmlns:a14="http://schemas.microsoft.com/office/drawing/2010/main" w="76200" algn="ctr">
                <a:solidFill>
                  <a:schemeClr val="fo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r>
              <a:rPr lang="en-US" altLang="zh-TW" sz="2400">
                <a:latin typeface="Times New Roman" panose="02020603050405020304" pitchFamily="18" charset="0"/>
                <a:ea typeface="新細明體" panose="02020500000000000000" pitchFamily="18" charset="-120"/>
              </a:rPr>
              <a:t>The physical layer is responsible for movements of</a:t>
            </a:r>
          </a:p>
          <a:p>
            <a:pPr algn="ctr"/>
            <a:r>
              <a:rPr lang="en-US" altLang="zh-TW" sz="2400">
                <a:latin typeface="Times New Roman" panose="02020603050405020304" pitchFamily="18" charset="0"/>
                <a:ea typeface="新細明體" panose="02020500000000000000" pitchFamily="18" charset="-120"/>
              </a:rPr>
              <a:t>individual </a:t>
            </a:r>
            <a:r>
              <a:rPr lang="en-US" altLang="zh-TW" sz="2400">
                <a:solidFill>
                  <a:srgbClr val="CC3300"/>
                </a:solidFill>
                <a:latin typeface="Times New Roman" panose="02020603050405020304" pitchFamily="18" charset="0"/>
                <a:ea typeface="新細明體" panose="02020500000000000000" pitchFamily="18" charset="-120"/>
              </a:rPr>
              <a:t>bits</a:t>
            </a:r>
            <a:r>
              <a:rPr lang="en-US" altLang="zh-TW" sz="2400">
                <a:latin typeface="Times New Roman" panose="02020603050405020304" pitchFamily="18" charset="0"/>
                <a:ea typeface="新細明體" panose="02020500000000000000" pitchFamily="18" charset="-120"/>
              </a:rPr>
              <a:t> from one hop (node) to the next.</a:t>
            </a:r>
          </a:p>
        </p:txBody>
      </p:sp>
      <p:grpSp>
        <p:nvGrpSpPr>
          <p:cNvPr id="657423" name="Group 15">
            <a:extLst>
              <a:ext uri="{FF2B5EF4-FFF2-40B4-BE49-F238E27FC236}">
                <a16:creationId xmlns:a16="http://schemas.microsoft.com/office/drawing/2014/main" id="{609BA224-6DCA-8D92-5A48-0178D45B343D}"/>
              </a:ext>
            </a:extLst>
          </p:cNvPr>
          <p:cNvGrpSpPr>
            <a:grpSpLocks/>
          </p:cNvGrpSpPr>
          <p:nvPr/>
        </p:nvGrpSpPr>
        <p:grpSpPr bwMode="auto">
          <a:xfrm>
            <a:off x="457200" y="2286000"/>
            <a:ext cx="1143000" cy="566738"/>
            <a:chOff x="1200" y="1248"/>
            <a:chExt cx="720" cy="357"/>
          </a:xfrm>
        </p:grpSpPr>
        <p:pic>
          <p:nvPicPr>
            <p:cNvPr id="657424" name="Picture 16">
              <a:extLst>
                <a:ext uri="{FF2B5EF4-FFF2-40B4-BE49-F238E27FC236}">
                  <a16:creationId xmlns:a16="http://schemas.microsoft.com/office/drawing/2014/main" id="{BE667804-DA9F-C38E-C053-6298D3E5BF3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00" y="1248"/>
              <a:ext cx="720" cy="35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57425" name="Text Box 17">
              <a:extLst>
                <a:ext uri="{FF2B5EF4-FFF2-40B4-BE49-F238E27FC236}">
                  <a16:creationId xmlns:a16="http://schemas.microsoft.com/office/drawing/2014/main" id="{BC125839-733F-96D8-FDF7-27EF2AF5C3BE}"/>
                </a:ext>
              </a:extLst>
            </p:cNvPr>
            <p:cNvSpPr txBox="1">
              <a:spLocks noChangeArrowheads="1"/>
            </p:cNvSpPr>
            <p:nvPr/>
          </p:nvSpPr>
          <p:spPr bwMode="auto">
            <a:xfrm>
              <a:off x="1284" y="1248"/>
              <a:ext cx="551"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TW" sz="2800" i="1">
                  <a:solidFill>
                    <a:schemeClr val="hlink"/>
                  </a:solidFill>
                  <a:latin typeface="Times New Roman" panose="02020603050405020304" pitchFamily="18" charset="0"/>
                  <a:ea typeface="新細明體" panose="02020500000000000000" pitchFamily="18" charset="-120"/>
                </a:rPr>
                <a:t>Note</a:t>
              </a:r>
            </a:p>
          </p:txBody>
        </p:sp>
      </p:gr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3">
            <a:extLst>
              <a:ext uri="{FF2B5EF4-FFF2-40B4-BE49-F238E27FC236}">
                <a16:creationId xmlns:a16="http://schemas.microsoft.com/office/drawing/2014/main" id="{AE8E26F7-B6B6-6F41-AB83-FCDC31B526EB}"/>
              </a:ext>
            </a:extLst>
          </p:cNvPr>
          <p:cNvSpPr>
            <a:spLocks noGrp="1"/>
          </p:cNvSpPr>
          <p:nvPr>
            <p:ph type="sldNum" sz="quarter" idx="12"/>
          </p:nvPr>
        </p:nvSpPr>
        <p:spPr/>
        <p:txBody>
          <a:bodyPr/>
          <a:lstStyle/>
          <a:p>
            <a:r>
              <a:rPr lang="en-US" altLang="zh-TW"/>
              <a:t>2.</a:t>
            </a:r>
            <a:fld id="{D2D0D4C6-FBA6-C848-8DE9-66EFF8F6E0A1}" type="slidenum">
              <a:rPr lang="en-US" altLang="zh-TW"/>
              <a:pPr/>
              <a:t>12</a:t>
            </a:fld>
            <a:endParaRPr lang="en-US" altLang="zh-TW"/>
          </a:p>
        </p:txBody>
      </p:sp>
      <p:sp>
        <p:nvSpPr>
          <p:cNvPr id="640004" name="Text Box 4">
            <a:extLst>
              <a:ext uri="{FF2B5EF4-FFF2-40B4-BE49-F238E27FC236}">
                <a16:creationId xmlns:a16="http://schemas.microsoft.com/office/drawing/2014/main" id="{C29484A1-7397-3C6A-F319-CAFC8F64CC5F}"/>
              </a:ext>
            </a:extLst>
          </p:cNvPr>
          <p:cNvSpPr txBox="1">
            <a:spLocks noChangeArrowheads="1"/>
          </p:cNvSpPr>
          <p:nvPr/>
        </p:nvSpPr>
        <p:spPr bwMode="auto">
          <a:xfrm>
            <a:off x="304800" y="304800"/>
            <a:ext cx="32194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TW" sz="2400">
                <a:solidFill>
                  <a:schemeClr val="folHlink"/>
                </a:solidFill>
                <a:latin typeface="Times New Roman" panose="02020603050405020304" pitchFamily="18" charset="0"/>
                <a:ea typeface="新細明體" panose="02020500000000000000" pitchFamily="18" charset="-120"/>
              </a:rPr>
              <a:t>Figure 2.6  </a:t>
            </a:r>
            <a:r>
              <a:rPr lang="en-US" altLang="zh-TW" sz="2000" i="1">
                <a:latin typeface="Times New Roman" panose="02020603050405020304" pitchFamily="18" charset="0"/>
                <a:ea typeface="新細明體" panose="02020500000000000000" pitchFamily="18" charset="-120"/>
              </a:rPr>
              <a:t>Data link layer</a:t>
            </a:r>
          </a:p>
        </p:txBody>
      </p:sp>
      <p:pic>
        <p:nvPicPr>
          <p:cNvPr id="640006" name="Picture 6">
            <a:extLst>
              <a:ext uri="{FF2B5EF4-FFF2-40B4-BE49-F238E27FC236}">
                <a16:creationId xmlns:a16="http://schemas.microsoft.com/office/drawing/2014/main" id="{06DD3E37-5F7F-BDE4-4902-3BB5873AC8C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68288" y="2057400"/>
            <a:ext cx="8418512" cy="27955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3">
            <a:extLst>
              <a:ext uri="{FF2B5EF4-FFF2-40B4-BE49-F238E27FC236}">
                <a16:creationId xmlns:a16="http://schemas.microsoft.com/office/drawing/2014/main" id="{F953741F-D0CE-E485-FC66-9F49AD752282}"/>
              </a:ext>
            </a:extLst>
          </p:cNvPr>
          <p:cNvSpPr>
            <a:spLocks noGrp="1"/>
          </p:cNvSpPr>
          <p:nvPr>
            <p:ph type="sldNum" sz="quarter" idx="12"/>
          </p:nvPr>
        </p:nvSpPr>
        <p:spPr/>
        <p:txBody>
          <a:bodyPr/>
          <a:lstStyle/>
          <a:p>
            <a:r>
              <a:rPr lang="en-US" altLang="zh-TW"/>
              <a:t>2.</a:t>
            </a:r>
            <a:fld id="{B4245CE5-DEBD-1444-807F-ACEC8A8CD28A}" type="slidenum">
              <a:rPr lang="en-US" altLang="zh-TW"/>
              <a:pPr/>
              <a:t>13</a:t>
            </a:fld>
            <a:endParaRPr lang="en-US" altLang="zh-TW"/>
          </a:p>
        </p:txBody>
      </p:sp>
      <p:sp>
        <p:nvSpPr>
          <p:cNvPr id="658441" name="Line 9">
            <a:extLst>
              <a:ext uri="{FF2B5EF4-FFF2-40B4-BE49-F238E27FC236}">
                <a16:creationId xmlns:a16="http://schemas.microsoft.com/office/drawing/2014/main" id="{161190BD-764E-9528-CF14-46463F5BCDF9}"/>
              </a:ext>
            </a:extLst>
          </p:cNvPr>
          <p:cNvSpPr>
            <a:spLocks noChangeShapeType="1"/>
          </p:cNvSpPr>
          <p:nvPr/>
        </p:nvSpPr>
        <p:spPr bwMode="auto">
          <a:xfrm>
            <a:off x="457200" y="2971800"/>
            <a:ext cx="8153400" cy="0"/>
          </a:xfrm>
          <a:prstGeom prst="line">
            <a:avLst/>
          </a:prstGeom>
          <a:noFill/>
          <a:ln w="762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58442" name="Line 10">
            <a:extLst>
              <a:ext uri="{FF2B5EF4-FFF2-40B4-BE49-F238E27FC236}">
                <a16:creationId xmlns:a16="http://schemas.microsoft.com/office/drawing/2014/main" id="{33C49456-B3E5-4644-42FF-9891DB14E87B}"/>
              </a:ext>
            </a:extLst>
          </p:cNvPr>
          <p:cNvSpPr>
            <a:spLocks noChangeShapeType="1"/>
          </p:cNvSpPr>
          <p:nvPr/>
        </p:nvSpPr>
        <p:spPr bwMode="auto">
          <a:xfrm>
            <a:off x="458788" y="3962400"/>
            <a:ext cx="8153400" cy="0"/>
          </a:xfrm>
          <a:prstGeom prst="line">
            <a:avLst/>
          </a:prstGeom>
          <a:noFill/>
          <a:ln w="762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58443" name="Rectangle 11">
            <a:extLst>
              <a:ext uri="{FF2B5EF4-FFF2-40B4-BE49-F238E27FC236}">
                <a16:creationId xmlns:a16="http://schemas.microsoft.com/office/drawing/2014/main" id="{D0D8CCA3-0A9C-A5B6-6F25-D9D89296CB02}"/>
              </a:ext>
            </a:extLst>
          </p:cNvPr>
          <p:cNvSpPr>
            <a:spLocks noChangeArrowheads="1"/>
          </p:cNvSpPr>
          <p:nvPr/>
        </p:nvSpPr>
        <p:spPr bwMode="auto">
          <a:xfrm>
            <a:off x="495300" y="3063875"/>
            <a:ext cx="8077200" cy="822325"/>
          </a:xfrm>
          <a:prstGeom prst="rect">
            <a:avLst/>
          </a:prstGeom>
          <a:solidFill>
            <a:srgbClr val="99FF33"/>
          </a:solidFill>
          <a:ln>
            <a:noFill/>
          </a:ln>
          <a:effectLst/>
          <a:extLst>
            <a:ext uri="{91240B29-F687-4F45-9708-019B960494DF}">
              <a14:hiddenLine xmlns:a14="http://schemas.microsoft.com/office/drawing/2010/main" w="76200" algn="ctr">
                <a:solidFill>
                  <a:schemeClr val="fo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r>
              <a:rPr lang="en-US" altLang="zh-TW" sz="2400">
                <a:latin typeface="Times New Roman" panose="02020603050405020304" pitchFamily="18" charset="0"/>
                <a:ea typeface="新細明體" panose="02020500000000000000" pitchFamily="18" charset="-120"/>
              </a:rPr>
              <a:t>The data link layer is responsible for moving </a:t>
            </a:r>
            <a:br>
              <a:rPr lang="en-US" altLang="zh-TW" sz="2400">
                <a:latin typeface="Times New Roman" panose="02020603050405020304" pitchFamily="18" charset="0"/>
                <a:ea typeface="新細明體" panose="02020500000000000000" pitchFamily="18" charset="-120"/>
              </a:rPr>
            </a:br>
            <a:r>
              <a:rPr lang="en-US" altLang="zh-TW" sz="2400">
                <a:solidFill>
                  <a:srgbClr val="CC3300"/>
                </a:solidFill>
                <a:latin typeface="Times New Roman" panose="02020603050405020304" pitchFamily="18" charset="0"/>
                <a:ea typeface="新細明體" panose="02020500000000000000" pitchFamily="18" charset="-120"/>
              </a:rPr>
              <a:t>frames</a:t>
            </a:r>
            <a:r>
              <a:rPr lang="en-US" altLang="zh-TW" sz="2400">
                <a:latin typeface="Times New Roman" panose="02020603050405020304" pitchFamily="18" charset="0"/>
                <a:ea typeface="新細明體" panose="02020500000000000000" pitchFamily="18" charset="-120"/>
              </a:rPr>
              <a:t> from one hop (node) to the next.</a:t>
            </a:r>
          </a:p>
        </p:txBody>
      </p:sp>
      <p:grpSp>
        <p:nvGrpSpPr>
          <p:cNvPr id="658447" name="Group 15">
            <a:extLst>
              <a:ext uri="{FF2B5EF4-FFF2-40B4-BE49-F238E27FC236}">
                <a16:creationId xmlns:a16="http://schemas.microsoft.com/office/drawing/2014/main" id="{954D662E-A141-1443-A378-5B7E3A56C6C6}"/>
              </a:ext>
            </a:extLst>
          </p:cNvPr>
          <p:cNvGrpSpPr>
            <a:grpSpLocks/>
          </p:cNvGrpSpPr>
          <p:nvPr/>
        </p:nvGrpSpPr>
        <p:grpSpPr bwMode="auto">
          <a:xfrm>
            <a:off x="457200" y="2286000"/>
            <a:ext cx="1143000" cy="566738"/>
            <a:chOff x="1200" y="1248"/>
            <a:chExt cx="720" cy="357"/>
          </a:xfrm>
        </p:grpSpPr>
        <p:pic>
          <p:nvPicPr>
            <p:cNvPr id="658448" name="Picture 16">
              <a:extLst>
                <a:ext uri="{FF2B5EF4-FFF2-40B4-BE49-F238E27FC236}">
                  <a16:creationId xmlns:a16="http://schemas.microsoft.com/office/drawing/2014/main" id="{F0AA6C4D-C8EE-CAF8-5709-0D48A431E4A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00" y="1248"/>
              <a:ext cx="720" cy="35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58449" name="Text Box 17">
              <a:extLst>
                <a:ext uri="{FF2B5EF4-FFF2-40B4-BE49-F238E27FC236}">
                  <a16:creationId xmlns:a16="http://schemas.microsoft.com/office/drawing/2014/main" id="{5709BD37-EE86-3715-D2BA-190CE2C29AAC}"/>
                </a:ext>
              </a:extLst>
            </p:cNvPr>
            <p:cNvSpPr txBox="1">
              <a:spLocks noChangeArrowheads="1"/>
            </p:cNvSpPr>
            <p:nvPr/>
          </p:nvSpPr>
          <p:spPr bwMode="auto">
            <a:xfrm>
              <a:off x="1284" y="1248"/>
              <a:ext cx="551"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TW" sz="2800" i="1">
                  <a:solidFill>
                    <a:schemeClr val="hlink"/>
                  </a:solidFill>
                  <a:latin typeface="Times New Roman" panose="02020603050405020304" pitchFamily="18" charset="0"/>
                  <a:ea typeface="新細明體" panose="02020500000000000000" pitchFamily="18" charset="-120"/>
                </a:rPr>
                <a:t>Note</a:t>
              </a:r>
            </a:p>
          </p:txBody>
        </p:sp>
      </p:gr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3">
            <a:extLst>
              <a:ext uri="{FF2B5EF4-FFF2-40B4-BE49-F238E27FC236}">
                <a16:creationId xmlns:a16="http://schemas.microsoft.com/office/drawing/2014/main" id="{CB01838C-7566-EACC-58A0-F1E04FC012AE}"/>
              </a:ext>
            </a:extLst>
          </p:cNvPr>
          <p:cNvSpPr>
            <a:spLocks noGrp="1"/>
          </p:cNvSpPr>
          <p:nvPr>
            <p:ph type="sldNum" sz="quarter" idx="12"/>
          </p:nvPr>
        </p:nvSpPr>
        <p:spPr/>
        <p:txBody>
          <a:bodyPr/>
          <a:lstStyle/>
          <a:p>
            <a:r>
              <a:rPr lang="en-US" altLang="zh-TW"/>
              <a:t>2.</a:t>
            </a:r>
            <a:fld id="{38D85FE2-D90B-FC41-9EBF-C215806C386E}" type="slidenum">
              <a:rPr lang="en-US" altLang="zh-TW"/>
              <a:pPr/>
              <a:t>14</a:t>
            </a:fld>
            <a:endParaRPr lang="en-US" altLang="zh-TW"/>
          </a:p>
        </p:txBody>
      </p:sp>
      <p:sp>
        <p:nvSpPr>
          <p:cNvPr id="641028" name="Text Box 4">
            <a:extLst>
              <a:ext uri="{FF2B5EF4-FFF2-40B4-BE49-F238E27FC236}">
                <a16:creationId xmlns:a16="http://schemas.microsoft.com/office/drawing/2014/main" id="{08BCA185-5926-0768-715A-30AEEC86C2FE}"/>
              </a:ext>
            </a:extLst>
          </p:cNvPr>
          <p:cNvSpPr txBox="1">
            <a:spLocks noChangeArrowheads="1"/>
          </p:cNvSpPr>
          <p:nvPr/>
        </p:nvSpPr>
        <p:spPr bwMode="auto">
          <a:xfrm>
            <a:off x="304800" y="304800"/>
            <a:ext cx="37465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TW" sz="2400">
                <a:solidFill>
                  <a:schemeClr val="folHlink"/>
                </a:solidFill>
                <a:latin typeface="Times New Roman" panose="02020603050405020304" pitchFamily="18" charset="0"/>
                <a:ea typeface="新細明體" panose="02020500000000000000" pitchFamily="18" charset="-120"/>
              </a:rPr>
              <a:t>Figure 2.7  </a:t>
            </a:r>
            <a:r>
              <a:rPr lang="en-US" altLang="zh-TW" sz="2000" i="1">
                <a:latin typeface="Times New Roman" panose="02020603050405020304" pitchFamily="18" charset="0"/>
                <a:ea typeface="新細明體" panose="02020500000000000000" pitchFamily="18" charset="-120"/>
              </a:rPr>
              <a:t>Hop-to-hop delivery</a:t>
            </a:r>
          </a:p>
        </p:txBody>
      </p:sp>
      <p:pic>
        <p:nvPicPr>
          <p:cNvPr id="641030" name="Picture 6">
            <a:extLst>
              <a:ext uri="{FF2B5EF4-FFF2-40B4-BE49-F238E27FC236}">
                <a16:creationId xmlns:a16="http://schemas.microsoft.com/office/drawing/2014/main" id="{5974ED49-FEB8-7971-D5B9-40EC86C3756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66800" y="1143000"/>
            <a:ext cx="6216650" cy="45799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3">
            <a:extLst>
              <a:ext uri="{FF2B5EF4-FFF2-40B4-BE49-F238E27FC236}">
                <a16:creationId xmlns:a16="http://schemas.microsoft.com/office/drawing/2014/main" id="{A3C16B5F-EED9-4759-8A45-A0EBCF7443CC}"/>
              </a:ext>
            </a:extLst>
          </p:cNvPr>
          <p:cNvSpPr>
            <a:spLocks noGrp="1"/>
          </p:cNvSpPr>
          <p:nvPr>
            <p:ph type="sldNum" sz="quarter" idx="12"/>
          </p:nvPr>
        </p:nvSpPr>
        <p:spPr/>
        <p:txBody>
          <a:bodyPr/>
          <a:lstStyle/>
          <a:p>
            <a:r>
              <a:rPr lang="en-US" altLang="zh-TW"/>
              <a:t>2.</a:t>
            </a:r>
            <a:fld id="{928C6A26-6CC9-E640-AD11-27BA4B10F9AE}" type="slidenum">
              <a:rPr lang="en-US" altLang="zh-TW"/>
              <a:pPr/>
              <a:t>15</a:t>
            </a:fld>
            <a:endParaRPr lang="en-US" altLang="zh-TW"/>
          </a:p>
        </p:txBody>
      </p:sp>
      <p:sp>
        <p:nvSpPr>
          <p:cNvPr id="642052" name="Text Box 4">
            <a:extLst>
              <a:ext uri="{FF2B5EF4-FFF2-40B4-BE49-F238E27FC236}">
                <a16:creationId xmlns:a16="http://schemas.microsoft.com/office/drawing/2014/main" id="{66211B3C-F8AF-3153-0D92-43C94172C262}"/>
              </a:ext>
            </a:extLst>
          </p:cNvPr>
          <p:cNvSpPr txBox="1">
            <a:spLocks noChangeArrowheads="1"/>
          </p:cNvSpPr>
          <p:nvPr/>
        </p:nvSpPr>
        <p:spPr bwMode="auto">
          <a:xfrm>
            <a:off x="304800" y="304800"/>
            <a:ext cx="3128963"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TW" sz="2400">
                <a:solidFill>
                  <a:schemeClr val="folHlink"/>
                </a:solidFill>
                <a:latin typeface="Times New Roman" panose="02020603050405020304" pitchFamily="18" charset="0"/>
                <a:ea typeface="新細明體" panose="02020500000000000000" pitchFamily="18" charset="-120"/>
              </a:rPr>
              <a:t>Figure 2.8  </a:t>
            </a:r>
            <a:r>
              <a:rPr lang="en-US" altLang="zh-TW" sz="2000" i="1">
                <a:latin typeface="Times New Roman" panose="02020603050405020304" pitchFamily="18" charset="0"/>
                <a:ea typeface="新細明體" panose="02020500000000000000" pitchFamily="18" charset="-120"/>
              </a:rPr>
              <a:t>Network layer</a:t>
            </a:r>
          </a:p>
        </p:txBody>
      </p:sp>
      <p:pic>
        <p:nvPicPr>
          <p:cNvPr id="642054" name="Picture 6">
            <a:extLst>
              <a:ext uri="{FF2B5EF4-FFF2-40B4-BE49-F238E27FC236}">
                <a16:creationId xmlns:a16="http://schemas.microsoft.com/office/drawing/2014/main" id="{3087E499-DCD9-E3A4-2F4E-1BFF89EAD34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39713" y="1963738"/>
            <a:ext cx="8675687" cy="29130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3">
            <a:extLst>
              <a:ext uri="{FF2B5EF4-FFF2-40B4-BE49-F238E27FC236}">
                <a16:creationId xmlns:a16="http://schemas.microsoft.com/office/drawing/2014/main" id="{22BB91A4-FCB1-D788-8717-119077C80698}"/>
              </a:ext>
            </a:extLst>
          </p:cNvPr>
          <p:cNvSpPr>
            <a:spLocks noGrp="1"/>
          </p:cNvSpPr>
          <p:nvPr>
            <p:ph type="sldNum" sz="quarter" idx="12"/>
          </p:nvPr>
        </p:nvSpPr>
        <p:spPr/>
        <p:txBody>
          <a:bodyPr/>
          <a:lstStyle/>
          <a:p>
            <a:r>
              <a:rPr lang="en-US" altLang="zh-TW"/>
              <a:t>2.</a:t>
            </a:r>
            <a:fld id="{9ACA590C-C478-5947-9926-4B9BFBF4B0FA}" type="slidenum">
              <a:rPr lang="en-US" altLang="zh-TW"/>
              <a:pPr/>
              <a:t>16</a:t>
            </a:fld>
            <a:endParaRPr lang="en-US" altLang="zh-TW"/>
          </a:p>
        </p:txBody>
      </p:sp>
      <p:sp>
        <p:nvSpPr>
          <p:cNvPr id="659465" name="Line 9">
            <a:extLst>
              <a:ext uri="{FF2B5EF4-FFF2-40B4-BE49-F238E27FC236}">
                <a16:creationId xmlns:a16="http://schemas.microsoft.com/office/drawing/2014/main" id="{8EB8C67E-1B7C-03A7-D926-B80900861809}"/>
              </a:ext>
            </a:extLst>
          </p:cNvPr>
          <p:cNvSpPr>
            <a:spLocks noChangeShapeType="1"/>
          </p:cNvSpPr>
          <p:nvPr/>
        </p:nvSpPr>
        <p:spPr bwMode="auto">
          <a:xfrm>
            <a:off x="457200" y="2971800"/>
            <a:ext cx="8153400" cy="0"/>
          </a:xfrm>
          <a:prstGeom prst="line">
            <a:avLst/>
          </a:prstGeom>
          <a:noFill/>
          <a:ln w="762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59466" name="Line 10">
            <a:extLst>
              <a:ext uri="{FF2B5EF4-FFF2-40B4-BE49-F238E27FC236}">
                <a16:creationId xmlns:a16="http://schemas.microsoft.com/office/drawing/2014/main" id="{A3955881-675F-0D13-F0F8-84E93EEDBAEF}"/>
              </a:ext>
            </a:extLst>
          </p:cNvPr>
          <p:cNvSpPr>
            <a:spLocks noChangeShapeType="1"/>
          </p:cNvSpPr>
          <p:nvPr/>
        </p:nvSpPr>
        <p:spPr bwMode="auto">
          <a:xfrm>
            <a:off x="458788" y="4343400"/>
            <a:ext cx="8153400" cy="0"/>
          </a:xfrm>
          <a:prstGeom prst="line">
            <a:avLst/>
          </a:prstGeom>
          <a:noFill/>
          <a:ln w="762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59467" name="Rectangle 11">
            <a:extLst>
              <a:ext uri="{FF2B5EF4-FFF2-40B4-BE49-F238E27FC236}">
                <a16:creationId xmlns:a16="http://schemas.microsoft.com/office/drawing/2014/main" id="{E3517922-4388-1273-1358-9BCAFA1AE5EF}"/>
              </a:ext>
            </a:extLst>
          </p:cNvPr>
          <p:cNvSpPr>
            <a:spLocks noChangeArrowheads="1"/>
          </p:cNvSpPr>
          <p:nvPr/>
        </p:nvSpPr>
        <p:spPr bwMode="auto">
          <a:xfrm>
            <a:off x="495300" y="3063875"/>
            <a:ext cx="8077200" cy="1187450"/>
          </a:xfrm>
          <a:prstGeom prst="rect">
            <a:avLst/>
          </a:prstGeom>
          <a:solidFill>
            <a:srgbClr val="99FF33"/>
          </a:solidFill>
          <a:ln>
            <a:noFill/>
          </a:ln>
          <a:effectLst/>
          <a:extLst>
            <a:ext uri="{91240B29-F687-4F45-9708-019B960494DF}">
              <a14:hiddenLine xmlns:a14="http://schemas.microsoft.com/office/drawing/2010/main" w="76200" algn="ctr">
                <a:solidFill>
                  <a:schemeClr val="fo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r>
              <a:rPr lang="en-US" altLang="zh-TW" sz="2400">
                <a:latin typeface="Times New Roman" panose="02020603050405020304" pitchFamily="18" charset="0"/>
                <a:ea typeface="新細明體" panose="02020500000000000000" pitchFamily="18" charset="-120"/>
              </a:rPr>
              <a:t>The network layer is responsible for the </a:t>
            </a:r>
            <a:br>
              <a:rPr lang="en-US" altLang="zh-TW" sz="2400">
                <a:latin typeface="Times New Roman" panose="02020603050405020304" pitchFamily="18" charset="0"/>
                <a:ea typeface="新細明體" panose="02020500000000000000" pitchFamily="18" charset="-120"/>
              </a:rPr>
            </a:br>
            <a:r>
              <a:rPr lang="en-US" altLang="zh-TW" sz="2400">
                <a:latin typeface="Times New Roman" panose="02020603050405020304" pitchFamily="18" charset="0"/>
                <a:ea typeface="新細明體" panose="02020500000000000000" pitchFamily="18" charset="-120"/>
              </a:rPr>
              <a:t>delivery of individual </a:t>
            </a:r>
            <a:r>
              <a:rPr lang="en-US" altLang="zh-TW" sz="2400">
                <a:solidFill>
                  <a:srgbClr val="CC3300"/>
                </a:solidFill>
                <a:latin typeface="Times New Roman" panose="02020603050405020304" pitchFamily="18" charset="0"/>
                <a:ea typeface="新細明體" panose="02020500000000000000" pitchFamily="18" charset="-120"/>
              </a:rPr>
              <a:t>packets</a:t>
            </a:r>
            <a:r>
              <a:rPr lang="en-US" altLang="zh-TW" sz="2400">
                <a:latin typeface="Times New Roman" panose="02020603050405020304" pitchFamily="18" charset="0"/>
                <a:ea typeface="新細明體" panose="02020500000000000000" pitchFamily="18" charset="-120"/>
              </a:rPr>
              <a:t> from </a:t>
            </a:r>
          </a:p>
          <a:p>
            <a:pPr algn="ctr"/>
            <a:r>
              <a:rPr lang="en-US" altLang="zh-TW" sz="2400">
                <a:latin typeface="Times New Roman" panose="02020603050405020304" pitchFamily="18" charset="0"/>
                <a:ea typeface="新細明體" panose="02020500000000000000" pitchFamily="18" charset="-120"/>
              </a:rPr>
              <a:t>the source host to the destination host.</a:t>
            </a:r>
          </a:p>
        </p:txBody>
      </p:sp>
      <p:grpSp>
        <p:nvGrpSpPr>
          <p:cNvPr id="659471" name="Group 15">
            <a:extLst>
              <a:ext uri="{FF2B5EF4-FFF2-40B4-BE49-F238E27FC236}">
                <a16:creationId xmlns:a16="http://schemas.microsoft.com/office/drawing/2014/main" id="{752376EC-0A63-251E-1499-5C95E40D97CE}"/>
              </a:ext>
            </a:extLst>
          </p:cNvPr>
          <p:cNvGrpSpPr>
            <a:grpSpLocks/>
          </p:cNvGrpSpPr>
          <p:nvPr/>
        </p:nvGrpSpPr>
        <p:grpSpPr bwMode="auto">
          <a:xfrm>
            <a:off x="533400" y="2286000"/>
            <a:ext cx="1143000" cy="566738"/>
            <a:chOff x="1200" y="1248"/>
            <a:chExt cx="720" cy="357"/>
          </a:xfrm>
        </p:grpSpPr>
        <p:pic>
          <p:nvPicPr>
            <p:cNvPr id="659472" name="Picture 16">
              <a:extLst>
                <a:ext uri="{FF2B5EF4-FFF2-40B4-BE49-F238E27FC236}">
                  <a16:creationId xmlns:a16="http://schemas.microsoft.com/office/drawing/2014/main" id="{8A09F13A-6D2C-1AF8-4853-5340F1B9CC6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00" y="1248"/>
              <a:ext cx="720" cy="35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59473" name="Text Box 17">
              <a:extLst>
                <a:ext uri="{FF2B5EF4-FFF2-40B4-BE49-F238E27FC236}">
                  <a16:creationId xmlns:a16="http://schemas.microsoft.com/office/drawing/2014/main" id="{818FF527-83D7-C5FA-C194-6B094C9F6C9D}"/>
                </a:ext>
              </a:extLst>
            </p:cNvPr>
            <p:cNvSpPr txBox="1">
              <a:spLocks noChangeArrowheads="1"/>
            </p:cNvSpPr>
            <p:nvPr/>
          </p:nvSpPr>
          <p:spPr bwMode="auto">
            <a:xfrm>
              <a:off x="1284" y="1248"/>
              <a:ext cx="551"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TW" sz="2800" i="1">
                  <a:solidFill>
                    <a:schemeClr val="hlink"/>
                  </a:solidFill>
                  <a:latin typeface="Times New Roman" panose="02020603050405020304" pitchFamily="18" charset="0"/>
                  <a:ea typeface="新細明體" panose="02020500000000000000" pitchFamily="18" charset="-120"/>
                </a:rPr>
                <a:t>Note</a:t>
              </a:r>
            </a:p>
          </p:txBody>
        </p:sp>
      </p:gr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3">
            <a:extLst>
              <a:ext uri="{FF2B5EF4-FFF2-40B4-BE49-F238E27FC236}">
                <a16:creationId xmlns:a16="http://schemas.microsoft.com/office/drawing/2014/main" id="{340C4EC9-1B53-AF55-C9B7-425B9CF0006C}"/>
              </a:ext>
            </a:extLst>
          </p:cNvPr>
          <p:cNvSpPr>
            <a:spLocks noGrp="1"/>
          </p:cNvSpPr>
          <p:nvPr>
            <p:ph type="sldNum" sz="quarter" idx="12"/>
          </p:nvPr>
        </p:nvSpPr>
        <p:spPr/>
        <p:txBody>
          <a:bodyPr/>
          <a:lstStyle/>
          <a:p>
            <a:r>
              <a:rPr lang="en-US" altLang="zh-TW"/>
              <a:t>2.</a:t>
            </a:r>
            <a:fld id="{D717F1A3-C483-8546-AB71-728EE60CDE8B}" type="slidenum">
              <a:rPr lang="en-US" altLang="zh-TW"/>
              <a:pPr/>
              <a:t>17</a:t>
            </a:fld>
            <a:endParaRPr lang="en-US" altLang="zh-TW"/>
          </a:p>
        </p:txBody>
      </p:sp>
      <p:sp>
        <p:nvSpPr>
          <p:cNvPr id="643076" name="Text Box 4">
            <a:extLst>
              <a:ext uri="{FF2B5EF4-FFF2-40B4-BE49-F238E27FC236}">
                <a16:creationId xmlns:a16="http://schemas.microsoft.com/office/drawing/2014/main" id="{06B6E398-A121-4615-B038-707A4B938CA5}"/>
              </a:ext>
            </a:extLst>
          </p:cNvPr>
          <p:cNvSpPr txBox="1">
            <a:spLocks noChangeArrowheads="1"/>
          </p:cNvSpPr>
          <p:nvPr/>
        </p:nvSpPr>
        <p:spPr bwMode="auto">
          <a:xfrm>
            <a:off x="304800" y="304800"/>
            <a:ext cx="47879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TW" sz="2400">
                <a:solidFill>
                  <a:schemeClr val="folHlink"/>
                </a:solidFill>
                <a:latin typeface="Times New Roman" panose="02020603050405020304" pitchFamily="18" charset="0"/>
                <a:ea typeface="新細明體" panose="02020500000000000000" pitchFamily="18" charset="-120"/>
              </a:rPr>
              <a:t>Figure 2.9  </a:t>
            </a:r>
            <a:r>
              <a:rPr lang="en-US" altLang="zh-TW" sz="2000" i="1">
                <a:latin typeface="Times New Roman" panose="02020603050405020304" pitchFamily="18" charset="0"/>
                <a:ea typeface="新細明體" panose="02020500000000000000" pitchFamily="18" charset="-120"/>
              </a:rPr>
              <a:t>Source-to-destination delivery</a:t>
            </a:r>
          </a:p>
        </p:txBody>
      </p:sp>
      <p:pic>
        <p:nvPicPr>
          <p:cNvPr id="643078" name="Picture 6">
            <a:extLst>
              <a:ext uri="{FF2B5EF4-FFF2-40B4-BE49-F238E27FC236}">
                <a16:creationId xmlns:a16="http://schemas.microsoft.com/office/drawing/2014/main" id="{0DE9E49B-2FE4-124C-9605-67E8F705EC2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98625" y="1195388"/>
            <a:ext cx="5083175" cy="48244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3">
            <a:extLst>
              <a:ext uri="{FF2B5EF4-FFF2-40B4-BE49-F238E27FC236}">
                <a16:creationId xmlns:a16="http://schemas.microsoft.com/office/drawing/2014/main" id="{048C4022-9E52-D1B7-3220-DFA36B8B5B99}"/>
              </a:ext>
            </a:extLst>
          </p:cNvPr>
          <p:cNvSpPr>
            <a:spLocks noGrp="1"/>
          </p:cNvSpPr>
          <p:nvPr>
            <p:ph type="sldNum" sz="quarter" idx="12"/>
          </p:nvPr>
        </p:nvSpPr>
        <p:spPr/>
        <p:txBody>
          <a:bodyPr/>
          <a:lstStyle/>
          <a:p>
            <a:r>
              <a:rPr lang="en-US" altLang="zh-TW"/>
              <a:t>2.</a:t>
            </a:r>
            <a:fld id="{1303779D-01DB-C941-8967-24C612F8CC68}" type="slidenum">
              <a:rPr lang="en-US" altLang="zh-TW"/>
              <a:pPr/>
              <a:t>18</a:t>
            </a:fld>
            <a:endParaRPr lang="en-US" altLang="zh-TW"/>
          </a:p>
        </p:txBody>
      </p:sp>
      <p:sp>
        <p:nvSpPr>
          <p:cNvPr id="644100" name="Text Box 4">
            <a:extLst>
              <a:ext uri="{FF2B5EF4-FFF2-40B4-BE49-F238E27FC236}">
                <a16:creationId xmlns:a16="http://schemas.microsoft.com/office/drawing/2014/main" id="{A8570F8A-F457-8E26-7D10-BBE17A82B61C}"/>
              </a:ext>
            </a:extLst>
          </p:cNvPr>
          <p:cNvSpPr txBox="1">
            <a:spLocks noChangeArrowheads="1"/>
          </p:cNvSpPr>
          <p:nvPr/>
        </p:nvSpPr>
        <p:spPr bwMode="auto">
          <a:xfrm>
            <a:off x="304800" y="304800"/>
            <a:ext cx="34353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TW" sz="2400">
                <a:solidFill>
                  <a:schemeClr val="folHlink"/>
                </a:solidFill>
                <a:latin typeface="Times New Roman" panose="02020603050405020304" pitchFamily="18" charset="0"/>
                <a:ea typeface="新細明體" panose="02020500000000000000" pitchFamily="18" charset="-120"/>
              </a:rPr>
              <a:t>Figure 2.10  </a:t>
            </a:r>
            <a:r>
              <a:rPr lang="en-US" altLang="zh-TW" sz="2000" i="1">
                <a:latin typeface="Times New Roman" panose="02020603050405020304" pitchFamily="18" charset="0"/>
                <a:ea typeface="新細明體" panose="02020500000000000000" pitchFamily="18" charset="-120"/>
              </a:rPr>
              <a:t>Transport layer</a:t>
            </a:r>
          </a:p>
        </p:txBody>
      </p:sp>
      <p:pic>
        <p:nvPicPr>
          <p:cNvPr id="644102" name="Picture 6">
            <a:extLst>
              <a:ext uri="{FF2B5EF4-FFF2-40B4-BE49-F238E27FC236}">
                <a16:creationId xmlns:a16="http://schemas.microsoft.com/office/drawing/2014/main" id="{9CC762D8-B671-1C36-336E-E0C13ABEC66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2400" y="1774825"/>
            <a:ext cx="8693150" cy="3025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3">
            <a:extLst>
              <a:ext uri="{FF2B5EF4-FFF2-40B4-BE49-F238E27FC236}">
                <a16:creationId xmlns:a16="http://schemas.microsoft.com/office/drawing/2014/main" id="{0567F096-A6D3-3453-7741-3657B5310C47}"/>
              </a:ext>
            </a:extLst>
          </p:cNvPr>
          <p:cNvSpPr>
            <a:spLocks noGrp="1"/>
          </p:cNvSpPr>
          <p:nvPr>
            <p:ph type="sldNum" sz="quarter" idx="12"/>
          </p:nvPr>
        </p:nvSpPr>
        <p:spPr/>
        <p:txBody>
          <a:bodyPr/>
          <a:lstStyle/>
          <a:p>
            <a:r>
              <a:rPr lang="en-US" altLang="zh-TW"/>
              <a:t>2.</a:t>
            </a:r>
            <a:fld id="{08BD4262-3580-EB48-ACD6-53E8CD799166}" type="slidenum">
              <a:rPr lang="en-US" altLang="zh-TW"/>
              <a:pPr/>
              <a:t>19</a:t>
            </a:fld>
            <a:endParaRPr lang="en-US" altLang="zh-TW"/>
          </a:p>
        </p:txBody>
      </p:sp>
      <p:sp>
        <p:nvSpPr>
          <p:cNvPr id="660489" name="Line 9">
            <a:extLst>
              <a:ext uri="{FF2B5EF4-FFF2-40B4-BE49-F238E27FC236}">
                <a16:creationId xmlns:a16="http://schemas.microsoft.com/office/drawing/2014/main" id="{87B7A396-EC5A-E9F1-55A7-D025F7380220}"/>
              </a:ext>
            </a:extLst>
          </p:cNvPr>
          <p:cNvSpPr>
            <a:spLocks noChangeShapeType="1"/>
          </p:cNvSpPr>
          <p:nvPr/>
        </p:nvSpPr>
        <p:spPr bwMode="auto">
          <a:xfrm>
            <a:off x="457200" y="2971800"/>
            <a:ext cx="8153400" cy="0"/>
          </a:xfrm>
          <a:prstGeom prst="line">
            <a:avLst/>
          </a:prstGeom>
          <a:noFill/>
          <a:ln w="762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60490" name="Line 10">
            <a:extLst>
              <a:ext uri="{FF2B5EF4-FFF2-40B4-BE49-F238E27FC236}">
                <a16:creationId xmlns:a16="http://schemas.microsoft.com/office/drawing/2014/main" id="{8B8FDCC6-5750-21BC-E051-F4FA830C1C0D}"/>
              </a:ext>
            </a:extLst>
          </p:cNvPr>
          <p:cNvSpPr>
            <a:spLocks noChangeShapeType="1"/>
          </p:cNvSpPr>
          <p:nvPr/>
        </p:nvSpPr>
        <p:spPr bwMode="auto">
          <a:xfrm>
            <a:off x="458788" y="3962400"/>
            <a:ext cx="8153400" cy="0"/>
          </a:xfrm>
          <a:prstGeom prst="line">
            <a:avLst/>
          </a:prstGeom>
          <a:noFill/>
          <a:ln w="762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60491" name="Rectangle 11">
            <a:extLst>
              <a:ext uri="{FF2B5EF4-FFF2-40B4-BE49-F238E27FC236}">
                <a16:creationId xmlns:a16="http://schemas.microsoft.com/office/drawing/2014/main" id="{CCCCC346-1697-B187-C520-2966CC2878E3}"/>
              </a:ext>
            </a:extLst>
          </p:cNvPr>
          <p:cNvSpPr>
            <a:spLocks noChangeArrowheads="1"/>
          </p:cNvSpPr>
          <p:nvPr/>
        </p:nvSpPr>
        <p:spPr bwMode="auto">
          <a:xfrm>
            <a:off x="495300" y="3063875"/>
            <a:ext cx="8077200" cy="822325"/>
          </a:xfrm>
          <a:prstGeom prst="rect">
            <a:avLst/>
          </a:prstGeom>
          <a:solidFill>
            <a:srgbClr val="99FF33"/>
          </a:solidFill>
          <a:ln>
            <a:noFill/>
          </a:ln>
          <a:effectLst/>
          <a:extLst>
            <a:ext uri="{91240B29-F687-4F45-9708-019B960494DF}">
              <a14:hiddenLine xmlns:a14="http://schemas.microsoft.com/office/drawing/2010/main" w="76200" algn="ctr">
                <a:solidFill>
                  <a:schemeClr val="fo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r>
              <a:rPr lang="en-US" altLang="zh-TW" sz="2400">
                <a:latin typeface="Times New Roman" panose="02020603050405020304" pitchFamily="18" charset="0"/>
                <a:ea typeface="新細明體" panose="02020500000000000000" pitchFamily="18" charset="-120"/>
              </a:rPr>
              <a:t>The transport layer is responsible for the delivery </a:t>
            </a:r>
            <a:br>
              <a:rPr lang="en-US" altLang="zh-TW" sz="2400">
                <a:latin typeface="Times New Roman" panose="02020603050405020304" pitchFamily="18" charset="0"/>
                <a:ea typeface="新細明體" panose="02020500000000000000" pitchFamily="18" charset="-120"/>
              </a:rPr>
            </a:br>
            <a:r>
              <a:rPr lang="en-US" altLang="zh-TW" sz="2400">
                <a:latin typeface="Times New Roman" panose="02020603050405020304" pitchFamily="18" charset="0"/>
                <a:ea typeface="新細明體" panose="02020500000000000000" pitchFamily="18" charset="-120"/>
              </a:rPr>
              <a:t>of a </a:t>
            </a:r>
            <a:r>
              <a:rPr lang="en-US" altLang="zh-TW" sz="2400">
                <a:solidFill>
                  <a:srgbClr val="CC3300"/>
                </a:solidFill>
                <a:latin typeface="Times New Roman" panose="02020603050405020304" pitchFamily="18" charset="0"/>
                <a:ea typeface="新細明體" panose="02020500000000000000" pitchFamily="18" charset="-120"/>
              </a:rPr>
              <a:t>message</a:t>
            </a:r>
            <a:r>
              <a:rPr lang="en-US" altLang="zh-TW" sz="2400">
                <a:latin typeface="Times New Roman" panose="02020603050405020304" pitchFamily="18" charset="0"/>
                <a:ea typeface="新細明體" panose="02020500000000000000" pitchFamily="18" charset="-120"/>
              </a:rPr>
              <a:t> from one process to another.</a:t>
            </a:r>
          </a:p>
        </p:txBody>
      </p:sp>
      <p:grpSp>
        <p:nvGrpSpPr>
          <p:cNvPr id="660495" name="Group 15">
            <a:extLst>
              <a:ext uri="{FF2B5EF4-FFF2-40B4-BE49-F238E27FC236}">
                <a16:creationId xmlns:a16="http://schemas.microsoft.com/office/drawing/2014/main" id="{AEB02574-DB97-5C86-87DF-BDFCCDBB764B}"/>
              </a:ext>
            </a:extLst>
          </p:cNvPr>
          <p:cNvGrpSpPr>
            <a:grpSpLocks/>
          </p:cNvGrpSpPr>
          <p:nvPr/>
        </p:nvGrpSpPr>
        <p:grpSpPr bwMode="auto">
          <a:xfrm>
            <a:off x="533400" y="2286000"/>
            <a:ext cx="1143000" cy="566738"/>
            <a:chOff x="1200" y="1248"/>
            <a:chExt cx="720" cy="357"/>
          </a:xfrm>
        </p:grpSpPr>
        <p:pic>
          <p:nvPicPr>
            <p:cNvPr id="660496" name="Picture 16">
              <a:extLst>
                <a:ext uri="{FF2B5EF4-FFF2-40B4-BE49-F238E27FC236}">
                  <a16:creationId xmlns:a16="http://schemas.microsoft.com/office/drawing/2014/main" id="{99C6FE37-2806-451D-DCD5-5256AE1131F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00" y="1248"/>
              <a:ext cx="720" cy="35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60497" name="Text Box 17">
              <a:extLst>
                <a:ext uri="{FF2B5EF4-FFF2-40B4-BE49-F238E27FC236}">
                  <a16:creationId xmlns:a16="http://schemas.microsoft.com/office/drawing/2014/main" id="{01D32900-EEDD-A25D-8DA0-52F9EE6D8125}"/>
                </a:ext>
              </a:extLst>
            </p:cNvPr>
            <p:cNvSpPr txBox="1">
              <a:spLocks noChangeArrowheads="1"/>
            </p:cNvSpPr>
            <p:nvPr/>
          </p:nvSpPr>
          <p:spPr bwMode="auto">
            <a:xfrm>
              <a:off x="1284" y="1248"/>
              <a:ext cx="551"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TW" sz="2800" i="1">
                  <a:solidFill>
                    <a:schemeClr val="hlink"/>
                  </a:solidFill>
                  <a:latin typeface="Times New Roman" panose="02020603050405020304" pitchFamily="18" charset="0"/>
                  <a:ea typeface="新細明體" panose="02020500000000000000" pitchFamily="18" charset="-120"/>
                </a:rPr>
                <a:t>Note</a:t>
              </a:r>
            </a:p>
          </p:txBody>
        </p:sp>
      </p:gr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3">
            <a:extLst>
              <a:ext uri="{FF2B5EF4-FFF2-40B4-BE49-F238E27FC236}">
                <a16:creationId xmlns:a16="http://schemas.microsoft.com/office/drawing/2014/main" id="{21391B74-9264-9499-717D-62D9FF4F2297}"/>
              </a:ext>
            </a:extLst>
          </p:cNvPr>
          <p:cNvSpPr>
            <a:spLocks noGrp="1"/>
          </p:cNvSpPr>
          <p:nvPr>
            <p:ph type="sldNum" sz="quarter" idx="12"/>
          </p:nvPr>
        </p:nvSpPr>
        <p:spPr/>
        <p:txBody>
          <a:bodyPr/>
          <a:lstStyle/>
          <a:p>
            <a:r>
              <a:rPr lang="en-US" altLang="zh-TW"/>
              <a:t>2.</a:t>
            </a:r>
            <a:fld id="{09D68EBA-3663-F641-86F2-8EB8234C8281}" type="slidenum">
              <a:rPr lang="en-US" altLang="zh-TW"/>
              <a:pPr/>
              <a:t>20</a:t>
            </a:fld>
            <a:endParaRPr lang="en-US" altLang="zh-TW"/>
          </a:p>
        </p:txBody>
      </p:sp>
      <p:sp>
        <p:nvSpPr>
          <p:cNvPr id="645124" name="Text Box 4">
            <a:extLst>
              <a:ext uri="{FF2B5EF4-FFF2-40B4-BE49-F238E27FC236}">
                <a16:creationId xmlns:a16="http://schemas.microsoft.com/office/drawing/2014/main" id="{D57C8C71-1845-18D3-020D-E7A664FAAAD5}"/>
              </a:ext>
            </a:extLst>
          </p:cNvPr>
          <p:cNvSpPr txBox="1">
            <a:spLocks noChangeArrowheads="1"/>
          </p:cNvSpPr>
          <p:nvPr/>
        </p:nvSpPr>
        <p:spPr bwMode="auto">
          <a:xfrm>
            <a:off x="304800" y="304800"/>
            <a:ext cx="6926263"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TW" sz="2400">
                <a:solidFill>
                  <a:schemeClr val="folHlink"/>
                </a:solidFill>
                <a:latin typeface="Times New Roman" panose="02020603050405020304" pitchFamily="18" charset="0"/>
                <a:ea typeface="新細明體" panose="02020500000000000000" pitchFamily="18" charset="-120"/>
              </a:rPr>
              <a:t>Figure 2.11  </a:t>
            </a:r>
            <a:r>
              <a:rPr lang="en-US" altLang="zh-TW" sz="2000" i="1">
                <a:latin typeface="Times New Roman" panose="02020603050405020304" pitchFamily="18" charset="0"/>
                <a:ea typeface="新細明體" panose="02020500000000000000" pitchFamily="18" charset="-120"/>
              </a:rPr>
              <a:t>Reliable process-to-process delivery of a message</a:t>
            </a:r>
          </a:p>
        </p:txBody>
      </p:sp>
      <p:pic>
        <p:nvPicPr>
          <p:cNvPr id="645126" name="Picture 6">
            <a:extLst>
              <a:ext uri="{FF2B5EF4-FFF2-40B4-BE49-F238E27FC236}">
                <a16:creationId xmlns:a16="http://schemas.microsoft.com/office/drawing/2014/main" id="{0A2C255F-058F-A2F8-17FA-9D4E0AB005A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0225" y="2025650"/>
            <a:ext cx="7623175" cy="3136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3">
            <a:extLst>
              <a:ext uri="{FF2B5EF4-FFF2-40B4-BE49-F238E27FC236}">
                <a16:creationId xmlns:a16="http://schemas.microsoft.com/office/drawing/2014/main" id="{E9996A2F-7C68-2976-CDD7-379594759334}"/>
              </a:ext>
            </a:extLst>
          </p:cNvPr>
          <p:cNvSpPr>
            <a:spLocks noGrp="1"/>
          </p:cNvSpPr>
          <p:nvPr>
            <p:ph type="sldNum" sz="quarter" idx="12"/>
          </p:nvPr>
        </p:nvSpPr>
        <p:spPr/>
        <p:txBody>
          <a:bodyPr/>
          <a:lstStyle/>
          <a:p>
            <a:r>
              <a:rPr lang="en-US" altLang="zh-TW"/>
              <a:t>2.</a:t>
            </a:r>
            <a:fld id="{5FA93E2F-96B3-AF44-BADD-712A383C5248}" type="slidenum">
              <a:rPr lang="en-US" altLang="zh-TW"/>
              <a:pPr/>
              <a:t>21</a:t>
            </a:fld>
            <a:endParaRPr lang="en-US" altLang="zh-TW"/>
          </a:p>
        </p:txBody>
      </p:sp>
      <p:sp>
        <p:nvSpPr>
          <p:cNvPr id="646148" name="Text Box 4">
            <a:extLst>
              <a:ext uri="{FF2B5EF4-FFF2-40B4-BE49-F238E27FC236}">
                <a16:creationId xmlns:a16="http://schemas.microsoft.com/office/drawing/2014/main" id="{5D7F4894-C210-8DD8-350D-A6BA6A22B94B}"/>
              </a:ext>
            </a:extLst>
          </p:cNvPr>
          <p:cNvSpPr txBox="1">
            <a:spLocks noChangeArrowheads="1"/>
          </p:cNvSpPr>
          <p:nvPr/>
        </p:nvSpPr>
        <p:spPr bwMode="auto">
          <a:xfrm>
            <a:off x="152400" y="304800"/>
            <a:ext cx="31813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TW" sz="2400">
                <a:solidFill>
                  <a:schemeClr val="folHlink"/>
                </a:solidFill>
                <a:latin typeface="Times New Roman" panose="02020603050405020304" pitchFamily="18" charset="0"/>
                <a:ea typeface="新細明體" panose="02020500000000000000" pitchFamily="18" charset="-120"/>
              </a:rPr>
              <a:t>Figure 2.12  </a:t>
            </a:r>
            <a:r>
              <a:rPr lang="en-US" altLang="zh-TW" sz="2000" i="1">
                <a:latin typeface="Times New Roman" panose="02020603050405020304" pitchFamily="18" charset="0"/>
                <a:ea typeface="新細明體" panose="02020500000000000000" pitchFamily="18" charset="-120"/>
              </a:rPr>
              <a:t>Session layer</a:t>
            </a:r>
          </a:p>
        </p:txBody>
      </p:sp>
      <p:pic>
        <p:nvPicPr>
          <p:cNvPr id="646150" name="Picture 6">
            <a:extLst>
              <a:ext uri="{FF2B5EF4-FFF2-40B4-BE49-F238E27FC236}">
                <a16:creationId xmlns:a16="http://schemas.microsoft.com/office/drawing/2014/main" id="{90553CEB-5746-E54E-9A38-0447318486D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6375" y="1665288"/>
            <a:ext cx="8556625" cy="39735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3">
            <a:extLst>
              <a:ext uri="{FF2B5EF4-FFF2-40B4-BE49-F238E27FC236}">
                <a16:creationId xmlns:a16="http://schemas.microsoft.com/office/drawing/2014/main" id="{77D83019-61D9-85F1-6ADC-0654B0D104E0}"/>
              </a:ext>
            </a:extLst>
          </p:cNvPr>
          <p:cNvSpPr>
            <a:spLocks noGrp="1"/>
          </p:cNvSpPr>
          <p:nvPr>
            <p:ph type="sldNum" sz="quarter" idx="12"/>
          </p:nvPr>
        </p:nvSpPr>
        <p:spPr/>
        <p:txBody>
          <a:bodyPr/>
          <a:lstStyle/>
          <a:p>
            <a:r>
              <a:rPr lang="en-US" altLang="zh-TW"/>
              <a:t>2.</a:t>
            </a:r>
            <a:fld id="{05257F93-512E-0745-A827-67C2A87BDD06}" type="slidenum">
              <a:rPr lang="en-US" altLang="zh-TW"/>
              <a:pPr/>
              <a:t>22</a:t>
            </a:fld>
            <a:endParaRPr lang="en-US" altLang="zh-TW"/>
          </a:p>
        </p:txBody>
      </p:sp>
      <p:sp>
        <p:nvSpPr>
          <p:cNvPr id="671753" name="Line 9">
            <a:extLst>
              <a:ext uri="{FF2B5EF4-FFF2-40B4-BE49-F238E27FC236}">
                <a16:creationId xmlns:a16="http://schemas.microsoft.com/office/drawing/2014/main" id="{10D0D7FC-D61C-2E3F-F3AE-E6656CB57A31}"/>
              </a:ext>
            </a:extLst>
          </p:cNvPr>
          <p:cNvSpPr>
            <a:spLocks noChangeShapeType="1"/>
          </p:cNvSpPr>
          <p:nvPr/>
        </p:nvSpPr>
        <p:spPr bwMode="auto">
          <a:xfrm>
            <a:off x="457200" y="2971800"/>
            <a:ext cx="8153400" cy="0"/>
          </a:xfrm>
          <a:prstGeom prst="line">
            <a:avLst/>
          </a:prstGeom>
          <a:noFill/>
          <a:ln w="762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71754" name="Line 10">
            <a:extLst>
              <a:ext uri="{FF2B5EF4-FFF2-40B4-BE49-F238E27FC236}">
                <a16:creationId xmlns:a16="http://schemas.microsoft.com/office/drawing/2014/main" id="{54EB695B-3133-FB4A-B6A7-963EC0A846CC}"/>
              </a:ext>
            </a:extLst>
          </p:cNvPr>
          <p:cNvSpPr>
            <a:spLocks noChangeShapeType="1"/>
          </p:cNvSpPr>
          <p:nvPr/>
        </p:nvSpPr>
        <p:spPr bwMode="auto">
          <a:xfrm>
            <a:off x="458788" y="3962400"/>
            <a:ext cx="8153400" cy="0"/>
          </a:xfrm>
          <a:prstGeom prst="line">
            <a:avLst/>
          </a:prstGeom>
          <a:noFill/>
          <a:ln w="762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71755" name="Rectangle 11">
            <a:extLst>
              <a:ext uri="{FF2B5EF4-FFF2-40B4-BE49-F238E27FC236}">
                <a16:creationId xmlns:a16="http://schemas.microsoft.com/office/drawing/2014/main" id="{C2ACA91D-84CF-D773-0011-E1B2206B1AC0}"/>
              </a:ext>
            </a:extLst>
          </p:cNvPr>
          <p:cNvSpPr>
            <a:spLocks noChangeArrowheads="1"/>
          </p:cNvSpPr>
          <p:nvPr/>
        </p:nvSpPr>
        <p:spPr bwMode="auto">
          <a:xfrm>
            <a:off x="495300" y="3063875"/>
            <a:ext cx="8077200" cy="822325"/>
          </a:xfrm>
          <a:prstGeom prst="rect">
            <a:avLst/>
          </a:prstGeom>
          <a:solidFill>
            <a:srgbClr val="99FF33"/>
          </a:solidFill>
          <a:ln>
            <a:noFill/>
          </a:ln>
          <a:effectLst/>
          <a:extLst>
            <a:ext uri="{91240B29-F687-4F45-9708-019B960494DF}">
              <a14:hiddenLine xmlns:a14="http://schemas.microsoft.com/office/drawing/2010/main" w="76200" algn="ctr">
                <a:solidFill>
                  <a:schemeClr val="fo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r>
              <a:rPr lang="en-US" altLang="zh-TW" sz="2400">
                <a:latin typeface="Times New Roman" panose="02020603050405020304" pitchFamily="18" charset="0"/>
                <a:ea typeface="新細明體" panose="02020500000000000000" pitchFamily="18" charset="-120"/>
              </a:rPr>
              <a:t>The session layer is responsible for dialog </a:t>
            </a:r>
            <a:br>
              <a:rPr lang="en-US" altLang="zh-TW" sz="2400">
                <a:latin typeface="Times New Roman" panose="02020603050405020304" pitchFamily="18" charset="0"/>
                <a:ea typeface="新細明體" panose="02020500000000000000" pitchFamily="18" charset="-120"/>
              </a:rPr>
            </a:br>
            <a:r>
              <a:rPr lang="en-US" altLang="zh-TW" sz="2400">
                <a:latin typeface="Times New Roman" panose="02020603050405020304" pitchFamily="18" charset="0"/>
                <a:ea typeface="新細明體" panose="02020500000000000000" pitchFamily="18" charset="-120"/>
              </a:rPr>
              <a:t>control and synchronization.</a:t>
            </a:r>
          </a:p>
        </p:txBody>
      </p:sp>
      <p:grpSp>
        <p:nvGrpSpPr>
          <p:cNvPr id="671768" name="Group 24">
            <a:extLst>
              <a:ext uri="{FF2B5EF4-FFF2-40B4-BE49-F238E27FC236}">
                <a16:creationId xmlns:a16="http://schemas.microsoft.com/office/drawing/2014/main" id="{187E9BBA-0E19-7999-622C-F9A7A89FC2FB}"/>
              </a:ext>
            </a:extLst>
          </p:cNvPr>
          <p:cNvGrpSpPr>
            <a:grpSpLocks/>
          </p:cNvGrpSpPr>
          <p:nvPr/>
        </p:nvGrpSpPr>
        <p:grpSpPr bwMode="auto">
          <a:xfrm>
            <a:off x="533400" y="2286000"/>
            <a:ext cx="1143000" cy="566738"/>
            <a:chOff x="1200" y="1248"/>
            <a:chExt cx="720" cy="357"/>
          </a:xfrm>
        </p:grpSpPr>
        <p:pic>
          <p:nvPicPr>
            <p:cNvPr id="671767" name="Picture 23">
              <a:extLst>
                <a:ext uri="{FF2B5EF4-FFF2-40B4-BE49-F238E27FC236}">
                  <a16:creationId xmlns:a16="http://schemas.microsoft.com/office/drawing/2014/main" id="{604F5EBC-1FC8-C2B3-B5C3-8137F68F0F0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00" y="1248"/>
              <a:ext cx="720" cy="35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71757" name="Text Box 13">
              <a:extLst>
                <a:ext uri="{FF2B5EF4-FFF2-40B4-BE49-F238E27FC236}">
                  <a16:creationId xmlns:a16="http://schemas.microsoft.com/office/drawing/2014/main" id="{CAB8E7B1-C19D-E7C6-ADB8-3E519CC763D8}"/>
                </a:ext>
              </a:extLst>
            </p:cNvPr>
            <p:cNvSpPr txBox="1">
              <a:spLocks noChangeArrowheads="1"/>
            </p:cNvSpPr>
            <p:nvPr/>
          </p:nvSpPr>
          <p:spPr bwMode="auto">
            <a:xfrm>
              <a:off x="1284" y="1248"/>
              <a:ext cx="551"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TW" sz="2800" i="1">
                  <a:solidFill>
                    <a:schemeClr val="hlink"/>
                  </a:solidFill>
                  <a:latin typeface="Times New Roman" panose="02020603050405020304" pitchFamily="18" charset="0"/>
                  <a:ea typeface="新細明體" panose="02020500000000000000" pitchFamily="18" charset="-120"/>
                </a:rPr>
                <a:t>Note</a:t>
              </a:r>
            </a:p>
          </p:txBody>
        </p:sp>
      </p:gr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3">
            <a:extLst>
              <a:ext uri="{FF2B5EF4-FFF2-40B4-BE49-F238E27FC236}">
                <a16:creationId xmlns:a16="http://schemas.microsoft.com/office/drawing/2014/main" id="{66BAE5DA-8379-E404-8755-CD342803F076}"/>
              </a:ext>
            </a:extLst>
          </p:cNvPr>
          <p:cNvSpPr>
            <a:spLocks noGrp="1"/>
          </p:cNvSpPr>
          <p:nvPr>
            <p:ph type="sldNum" sz="quarter" idx="12"/>
          </p:nvPr>
        </p:nvSpPr>
        <p:spPr/>
        <p:txBody>
          <a:bodyPr/>
          <a:lstStyle/>
          <a:p>
            <a:r>
              <a:rPr lang="en-US" altLang="zh-TW"/>
              <a:t>2.</a:t>
            </a:r>
            <a:fld id="{700566ED-A641-4B4A-9D94-6053B090ACFD}" type="slidenum">
              <a:rPr lang="en-US" altLang="zh-TW"/>
              <a:pPr/>
              <a:t>23</a:t>
            </a:fld>
            <a:endParaRPr lang="en-US" altLang="zh-TW"/>
          </a:p>
        </p:txBody>
      </p:sp>
      <p:sp>
        <p:nvSpPr>
          <p:cNvPr id="647172" name="Text Box 4">
            <a:extLst>
              <a:ext uri="{FF2B5EF4-FFF2-40B4-BE49-F238E27FC236}">
                <a16:creationId xmlns:a16="http://schemas.microsoft.com/office/drawing/2014/main" id="{27B2A23A-9AE1-A95C-9103-C2650C43DBE5}"/>
              </a:ext>
            </a:extLst>
          </p:cNvPr>
          <p:cNvSpPr txBox="1">
            <a:spLocks noChangeArrowheads="1"/>
          </p:cNvSpPr>
          <p:nvPr/>
        </p:nvSpPr>
        <p:spPr bwMode="auto">
          <a:xfrm>
            <a:off x="304800" y="304800"/>
            <a:ext cx="371633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TW" sz="2400">
                <a:solidFill>
                  <a:schemeClr val="folHlink"/>
                </a:solidFill>
                <a:latin typeface="Times New Roman" panose="02020603050405020304" pitchFamily="18" charset="0"/>
                <a:ea typeface="新細明體" panose="02020500000000000000" pitchFamily="18" charset="-120"/>
              </a:rPr>
              <a:t>Figure 2.13  </a:t>
            </a:r>
            <a:r>
              <a:rPr lang="en-US" altLang="zh-TW" sz="2000" i="1">
                <a:latin typeface="Times New Roman" panose="02020603050405020304" pitchFamily="18" charset="0"/>
                <a:ea typeface="新細明體" panose="02020500000000000000" pitchFamily="18" charset="-120"/>
              </a:rPr>
              <a:t>Presentation layer</a:t>
            </a:r>
          </a:p>
        </p:txBody>
      </p:sp>
      <p:pic>
        <p:nvPicPr>
          <p:cNvPr id="647174" name="Picture 6">
            <a:extLst>
              <a:ext uri="{FF2B5EF4-FFF2-40B4-BE49-F238E27FC236}">
                <a16:creationId xmlns:a16="http://schemas.microsoft.com/office/drawing/2014/main" id="{82F8BE52-6C7D-A3B4-72B4-C15611E497E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44488" y="2014538"/>
            <a:ext cx="8418512" cy="28622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3">
            <a:extLst>
              <a:ext uri="{FF2B5EF4-FFF2-40B4-BE49-F238E27FC236}">
                <a16:creationId xmlns:a16="http://schemas.microsoft.com/office/drawing/2014/main" id="{9EC7C7CF-F0A8-6C6F-D7BD-A06060DC620E}"/>
              </a:ext>
            </a:extLst>
          </p:cNvPr>
          <p:cNvSpPr>
            <a:spLocks noGrp="1"/>
          </p:cNvSpPr>
          <p:nvPr>
            <p:ph type="sldNum" sz="quarter" idx="12"/>
          </p:nvPr>
        </p:nvSpPr>
        <p:spPr/>
        <p:txBody>
          <a:bodyPr/>
          <a:lstStyle/>
          <a:p>
            <a:r>
              <a:rPr lang="en-US" altLang="zh-TW"/>
              <a:t>2.</a:t>
            </a:r>
            <a:fld id="{FC57953A-4D5C-0942-992B-C8411A4BD146}" type="slidenum">
              <a:rPr lang="en-US" altLang="zh-TW"/>
              <a:pPr/>
              <a:t>24</a:t>
            </a:fld>
            <a:endParaRPr lang="en-US" altLang="zh-TW"/>
          </a:p>
        </p:txBody>
      </p:sp>
      <p:sp>
        <p:nvSpPr>
          <p:cNvPr id="661513" name="Line 9">
            <a:extLst>
              <a:ext uri="{FF2B5EF4-FFF2-40B4-BE49-F238E27FC236}">
                <a16:creationId xmlns:a16="http://schemas.microsoft.com/office/drawing/2014/main" id="{D4FBB25D-5DCD-0DCF-E692-FEC2C19D21F1}"/>
              </a:ext>
            </a:extLst>
          </p:cNvPr>
          <p:cNvSpPr>
            <a:spLocks noChangeShapeType="1"/>
          </p:cNvSpPr>
          <p:nvPr/>
        </p:nvSpPr>
        <p:spPr bwMode="auto">
          <a:xfrm>
            <a:off x="457200" y="2971800"/>
            <a:ext cx="8153400" cy="0"/>
          </a:xfrm>
          <a:prstGeom prst="line">
            <a:avLst/>
          </a:prstGeom>
          <a:noFill/>
          <a:ln w="762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61514" name="Line 10">
            <a:extLst>
              <a:ext uri="{FF2B5EF4-FFF2-40B4-BE49-F238E27FC236}">
                <a16:creationId xmlns:a16="http://schemas.microsoft.com/office/drawing/2014/main" id="{F88BAECB-722D-9FD8-634E-3D7C17A3519F}"/>
              </a:ext>
            </a:extLst>
          </p:cNvPr>
          <p:cNvSpPr>
            <a:spLocks noChangeShapeType="1"/>
          </p:cNvSpPr>
          <p:nvPr/>
        </p:nvSpPr>
        <p:spPr bwMode="auto">
          <a:xfrm>
            <a:off x="458788" y="3962400"/>
            <a:ext cx="8153400" cy="0"/>
          </a:xfrm>
          <a:prstGeom prst="line">
            <a:avLst/>
          </a:prstGeom>
          <a:noFill/>
          <a:ln w="762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61515" name="Rectangle 11">
            <a:extLst>
              <a:ext uri="{FF2B5EF4-FFF2-40B4-BE49-F238E27FC236}">
                <a16:creationId xmlns:a16="http://schemas.microsoft.com/office/drawing/2014/main" id="{D10C1F2F-65B2-381D-6242-4CCC9FC8452C}"/>
              </a:ext>
            </a:extLst>
          </p:cNvPr>
          <p:cNvSpPr>
            <a:spLocks noChangeArrowheads="1"/>
          </p:cNvSpPr>
          <p:nvPr/>
        </p:nvSpPr>
        <p:spPr bwMode="auto">
          <a:xfrm>
            <a:off x="495300" y="3063875"/>
            <a:ext cx="8077200" cy="822325"/>
          </a:xfrm>
          <a:prstGeom prst="rect">
            <a:avLst/>
          </a:prstGeom>
          <a:solidFill>
            <a:srgbClr val="99FF33"/>
          </a:solidFill>
          <a:ln>
            <a:noFill/>
          </a:ln>
          <a:effectLst/>
          <a:extLst>
            <a:ext uri="{91240B29-F687-4F45-9708-019B960494DF}">
              <a14:hiddenLine xmlns:a14="http://schemas.microsoft.com/office/drawing/2010/main" w="76200" algn="ctr">
                <a:solidFill>
                  <a:schemeClr val="fo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r>
              <a:rPr lang="en-US" altLang="zh-TW" sz="2400">
                <a:latin typeface="Times New Roman" panose="02020603050405020304" pitchFamily="18" charset="0"/>
                <a:ea typeface="新細明體" panose="02020500000000000000" pitchFamily="18" charset="-120"/>
              </a:rPr>
              <a:t>The presentation layer is responsible for translation, compression, and encryption.</a:t>
            </a:r>
          </a:p>
        </p:txBody>
      </p:sp>
      <p:grpSp>
        <p:nvGrpSpPr>
          <p:cNvPr id="661519" name="Group 15">
            <a:extLst>
              <a:ext uri="{FF2B5EF4-FFF2-40B4-BE49-F238E27FC236}">
                <a16:creationId xmlns:a16="http://schemas.microsoft.com/office/drawing/2014/main" id="{8E227B91-64A7-CF11-A6EE-946A39BFDADD}"/>
              </a:ext>
            </a:extLst>
          </p:cNvPr>
          <p:cNvGrpSpPr>
            <a:grpSpLocks/>
          </p:cNvGrpSpPr>
          <p:nvPr/>
        </p:nvGrpSpPr>
        <p:grpSpPr bwMode="auto">
          <a:xfrm>
            <a:off x="533400" y="2286000"/>
            <a:ext cx="1143000" cy="566738"/>
            <a:chOff x="1200" y="1248"/>
            <a:chExt cx="720" cy="357"/>
          </a:xfrm>
        </p:grpSpPr>
        <p:pic>
          <p:nvPicPr>
            <p:cNvPr id="661520" name="Picture 16">
              <a:extLst>
                <a:ext uri="{FF2B5EF4-FFF2-40B4-BE49-F238E27FC236}">
                  <a16:creationId xmlns:a16="http://schemas.microsoft.com/office/drawing/2014/main" id="{B891FFA2-E274-F887-77B7-CE222F6CDB5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00" y="1248"/>
              <a:ext cx="720" cy="35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61521" name="Text Box 17">
              <a:extLst>
                <a:ext uri="{FF2B5EF4-FFF2-40B4-BE49-F238E27FC236}">
                  <a16:creationId xmlns:a16="http://schemas.microsoft.com/office/drawing/2014/main" id="{35E15C8A-4F17-7011-6DB4-F2473EF7514C}"/>
                </a:ext>
              </a:extLst>
            </p:cNvPr>
            <p:cNvSpPr txBox="1">
              <a:spLocks noChangeArrowheads="1"/>
            </p:cNvSpPr>
            <p:nvPr/>
          </p:nvSpPr>
          <p:spPr bwMode="auto">
            <a:xfrm>
              <a:off x="1284" y="1248"/>
              <a:ext cx="551"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TW" sz="2800" i="1">
                  <a:solidFill>
                    <a:schemeClr val="hlink"/>
                  </a:solidFill>
                  <a:latin typeface="Times New Roman" panose="02020603050405020304" pitchFamily="18" charset="0"/>
                  <a:ea typeface="新細明體" panose="02020500000000000000" pitchFamily="18" charset="-120"/>
                </a:rPr>
                <a:t>Note</a:t>
              </a:r>
            </a:p>
          </p:txBody>
        </p:sp>
      </p:gr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3">
            <a:extLst>
              <a:ext uri="{FF2B5EF4-FFF2-40B4-BE49-F238E27FC236}">
                <a16:creationId xmlns:a16="http://schemas.microsoft.com/office/drawing/2014/main" id="{BFAEAA62-F6E4-FCE3-2262-C9C1708FFA9A}"/>
              </a:ext>
            </a:extLst>
          </p:cNvPr>
          <p:cNvSpPr>
            <a:spLocks noGrp="1"/>
          </p:cNvSpPr>
          <p:nvPr>
            <p:ph type="sldNum" sz="quarter" idx="12"/>
          </p:nvPr>
        </p:nvSpPr>
        <p:spPr/>
        <p:txBody>
          <a:bodyPr/>
          <a:lstStyle/>
          <a:p>
            <a:r>
              <a:rPr lang="en-US" altLang="zh-TW"/>
              <a:t>2.</a:t>
            </a:r>
            <a:fld id="{F4CFCA5A-4A95-2843-A90E-188E5EBA1A19}" type="slidenum">
              <a:rPr lang="en-US" altLang="zh-TW"/>
              <a:pPr/>
              <a:t>25</a:t>
            </a:fld>
            <a:endParaRPr lang="en-US" altLang="zh-TW"/>
          </a:p>
        </p:txBody>
      </p:sp>
      <p:sp>
        <p:nvSpPr>
          <p:cNvPr id="648196" name="Text Box 4">
            <a:extLst>
              <a:ext uri="{FF2B5EF4-FFF2-40B4-BE49-F238E27FC236}">
                <a16:creationId xmlns:a16="http://schemas.microsoft.com/office/drawing/2014/main" id="{2CD85038-1E0C-23E4-8227-997215536D2E}"/>
              </a:ext>
            </a:extLst>
          </p:cNvPr>
          <p:cNvSpPr txBox="1">
            <a:spLocks noChangeArrowheads="1"/>
          </p:cNvSpPr>
          <p:nvPr/>
        </p:nvSpPr>
        <p:spPr bwMode="auto">
          <a:xfrm>
            <a:off x="304800" y="304800"/>
            <a:ext cx="360362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TW" sz="2400">
                <a:solidFill>
                  <a:schemeClr val="folHlink"/>
                </a:solidFill>
                <a:latin typeface="Times New Roman" panose="02020603050405020304" pitchFamily="18" charset="0"/>
                <a:ea typeface="新細明體" panose="02020500000000000000" pitchFamily="18" charset="-120"/>
              </a:rPr>
              <a:t>Figure 2.14  </a:t>
            </a:r>
            <a:r>
              <a:rPr lang="en-US" altLang="zh-TW" sz="2000" i="1">
                <a:latin typeface="Times New Roman" panose="02020603050405020304" pitchFamily="18" charset="0"/>
                <a:ea typeface="新細明體" panose="02020500000000000000" pitchFamily="18" charset="-120"/>
              </a:rPr>
              <a:t>Application layer</a:t>
            </a:r>
          </a:p>
        </p:txBody>
      </p:sp>
      <p:pic>
        <p:nvPicPr>
          <p:cNvPr id="648198" name="Picture 6">
            <a:extLst>
              <a:ext uri="{FF2B5EF4-FFF2-40B4-BE49-F238E27FC236}">
                <a16:creationId xmlns:a16="http://schemas.microsoft.com/office/drawing/2014/main" id="{2629A141-FA91-BE3B-CC49-A2C796694E2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84175" y="1371600"/>
            <a:ext cx="8455025" cy="4275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3">
            <a:extLst>
              <a:ext uri="{FF2B5EF4-FFF2-40B4-BE49-F238E27FC236}">
                <a16:creationId xmlns:a16="http://schemas.microsoft.com/office/drawing/2014/main" id="{B0ECE727-EF25-0D19-5FFB-3CAD4957969A}"/>
              </a:ext>
            </a:extLst>
          </p:cNvPr>
          <p:cNvSpPr>
            <a:spLocks noGrp="1"/>
          </p:cNvSpPr>
          <p:nvPr>
            <p:ph type="sldNum" sz="quarter" idx="12"/>
          </p:nvPr>
        </p:nvSpPr>
        <p:spPr/>
        <p:txBody>
          <a:bodyPr/>
          <a:lstStyle/>
          <a:p>
            <a:r>
              <a:rPr lang="en-US" altLang="zh-TW"/>
              <a:t>2.</a:t>
            </a:r>
            <a:fld id="{ED385687-9EA4-9F41-8795-21C084B876B9}" type="slidenum">
              <a:rPr lang="en-US" altLang="zh-TW"/>
              <a:pPr/>
              <a:t>26</a:t>
            </a:fld>
            <a:endParaRPr lang="en-US" altLang="zh-TW"/>
          </a:p>
        </p:txBody>
      </p:sp>
      <p:sp>
        <p:nvSpPr>
          <p:cNvPr id="662537" name="Line 9">
            <a:extLst>
              <a:ext uri="{FF2B5EF4-FFF2-40B4-BE49-F238E27FC236}">
                <a16:creationId xmlns:a16="http://schemas.microsoft.com/office/drawing/2014/main" id="{06574FE6-B4B1-0ABD-B24C-8AEBE7B40E15}"/>
              </a:ext>
            </a:extLst>
          </p:cNvPr>
          <p:cNvSpPr>
            <a:spLocks noChangeShapeType="1"/>
          </p:cNvSpPr>
          <p:nvPr/>
        </p:nvSpPr>
        <p:spPr bwMode="auto">
          <a:xfrm>
            <a:off x="457200" y="2971800"/>
            <a:ext cx="8153400" cy="0"/>
          </a:xfrm>
          <a:prstGeom prst="line">
            <a:avLst/>
          </a:prstGeom>
          <a:noFill/>
          <a:ln w="762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62538" name="Line 10">
            <a:extLst>
              <a:ext uri="{FF2B5EF4-FFF2-40B4-BE49-F238E27FC236}">
                <a16:creationId xmlns:a16="http://schemas.microsoft.com/office/drawing/2014/main" id="{22615262-0F51-3224-C845-6699FF4B1605}"/>
              </a:ext>
            </a:extLst>
          </p:cNvPr>
          <p:cNvSpPr>
            <a:spLocks noChangeShapeType="1"/>
          </p:cNvSpPr>
          <p:nvPr/>
        </p:nvSpPr>
        <p:spPr bwMode="auto">
          <a:xfrm>
            <a:off x="458788" y="3962400"/>
            <a:ext cx="8153400" cy="0"/>
          </a:xfrm>
          <a:prstGeom prst="line">
            <a:avLst/>
          </a:prstGeom>
          <a:noFill/>
          <a:ln w="762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62539" name="Rectangle 11">
            <a:extLst>
              <a:ext uri="{FF2B5EF4-FFF2-40B4-BE49-F238E27FC236}">
                <a16:creationId xmlns:a16="http://schemas.microsoft.com/office/drawing/2014/main" id="{3BAED792-3DAC-D639-80BE-28661E38C554}"/>
              </a:ext>
            </a:extLst>
          </p:cNvPr>
          <p:cNvSpPr>
            <a:spLocks noChangeArrowheads="1"/>
          </p:cNvSpPr>
          <p:nvPr/>
        </p:nvSpPr>
        <p:spPr bwMode="auto">
          <a:xfrm>
            <a:off x="495300" y="3063875"/>
            <a:ext cx="8077200" cy="822325"/>
          </a:xfrm>
          <a:prstGeom prst="rect">
            <a:avLst/>
          </a:prstGeom>
          <a:solidFill>
            <a:srgbClr val="99FF33"/>
          </a:solidFill>
          <a:ln>
            <a:noFill/>
          </a:ln>
          <a:effectLst/>
          <a:extLst>
            <a:ext uri="{91240B29-F687-4F45-9708-019B960494DF}">
              <a14:hiddenLine xmlns:a14="http://schemas.microsoft.com/office/drawing/2010/main" w="76200" algn="ctr">
                <a:solidFill>
                  <a:schemeClr val="fo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r>
              <a:rPr lang="en-US" altLang="zh-TW" sz="2400">
                <a:latin typeface="Times New Roman" panose="02020603050405020304" pitchFamily="18" charset="0"/>
                <a:ea typeface="新細明體" panose="02020500000000000000" pitchFamily="18" charset="-120"/>
              </a:rPr>
              <a:t>The application layer is responsible for </a:t>
            </a:r>
            <a:br>
              <a:rPr lang="en-US" altLang="zh-TW" sz="2400">
                <a:latin typeface="Times New Roman" panose="02020603050405020304" pitchFamily="18" charset="0"/>
                <a:ea typeface="新細明體" panose="02020500000000000000" pitchFamily="18" charset="-120"/>
              </a:rPr>
            </a:br>
            <a:r>
              <a:rPr lang="en-US" altLang="zh-TW" sz="2400">
                <a:solidFill>
                  <a:srgbClr val="CC3300"/>
                </a:solidFill>
                <a:latin typeface="Times New Roman" panose="02020603050405020304" pitchFamily="18" charset="0"/>
                <a:ea typeface="新細明體" panose="02020500000000000000" pitchFamily="18" charset="-120"/>
              </a:rPr>
              <a:t>providing services</a:t>
            </a:r>
            <a:r>
              <a:rPr lang="en-US" altLang="zh-TW" sz="2400">
                <a:latin typeface="Times New Roman" panose="02020603050405020304" pitchFamily="18" charset="0"/>
                <a:ea typeface="新細明體" panose="02020500000000000000" pitchFamily="18" charset="-120"/>
              </a:rPr>
              <a:t> to the user.</a:t>
            </a:r>
          </a:p>
        </p:txBody>
      </p:sp>
      <p:grpSp>
        <p:nvGrpSpPr>
          <p:cNvPr id="662543" name="Group 15">
            <a:extLst>
              <a:ext uri="{FF2B5EF4-FFF2-40B4-BE49-F238E27FC236}">
                <a16:creationId xmlns:a16="http://schemas.microsoft.com/office/drawing/2014/main" id="{7619FA4D-B93C-CA2C-D23A-D57F2863923E}"/>
              </a:ext>
            </a:extLst>
          </p:cNvPr>
          <p:cNvGrpSpPr>
            <a:grpSpLocks/>
          </p:cNvGrpSpPr>
          <p:nvPr/>
        </p:nvGrpSpPr>
        <p:grpSpPr bwMode="auto">
          <a:xfrm>
            <a:off x="533400" y="2286000"/>
            <a:ext cx="1143000" cy="566738"/>
            <a:chOff x="1200" y="1248"/>
            <a:chExt cx="720" cy="357"/>
          </a:xfrm>
        </p:grpSpPr>
        <p:pic>
          <p:nvPicPr>
            <p:cNvPr id="662544" name="Picture 16">
              <a:extLst>
                <a:ext uri="{FF2B5EF4-FFF2-40B4-BE49-F238E27FC236}">
                  <a16:creationId xmlns:a16="http://schemas.microsoft.com/office/drawing/2014/main" id="{8469E34F-5184-8E78-2B8C-9A6BAEA0A6B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00" y="1248"/>
              <a:ext cx="720" cy="35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62545" name="Text Box 17">
              <a:extLst>
                <a:ext uri="{FF2B5EF4-FFF2-40B4-BE49-F238E27FC236}">
                  <a16:creationId xmlns:a16="http://schemas.microsoft.com/office/drawing/2014/main" id="{9C56BC32-23A0-2207-9140-F74BBBE999F9}"/>
                </a:ext>
              </a:extLst>
            </p:cNvPr>
            <p:cNvSpPr txBox="1">
              <a:spLocks noChangeArrowheads="1"/>
            </p:cNvSpPr>
            <p:nvPr/>
          </p:nvSpPr>
          <p:spPr bwMode="auto">
            <a:xfrm>
              <a:off x="1284" y="1248"/>
              <a:ext cx="551"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TW" sz="2800" i="1">
                  <a:solidFill>
                    <a:schemeClr val="hlink"/>
                  </a:solidFill>
                  <a:latin typeface="Times New Roman" panose="02020603050405020304" pitchFamily="18" charset="0"/>
                  <a:ea typeface="新細明體" panose="02020500000000000000" pitchFamily="18" charset="-120"/>
                </a:rPr>
                <a:t>Note</a:t>
              </a:r>
            </a:p>
          </p:txBody>
        </p:sp>
      </p:gr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3">
            <a:extLst>
              <a:ext uri="{FF2B5EF4-FFF2-40B4-BE49-F238E27FC236}">
                <a16:creationId xmlns:a16="http://schemas.microsoft.com/office/drawing/2014/main" id="{B7AA4913-A20C-0314-89ED-B15E54A15FFF}"/>
              </a:ext>
            </a:extLst>
          </p:cNvPr>
          <p:cNvSpPr>
            <a:spLocks noGrp="1"/>
          </p:cNvSpPr>
          <p:nvPr>
            <p:ph type="sldNum" sz="quarter" idx="12"/>
          </p:nvPr>
        </p:nvSpPr>
        <p:spPr/>
        <p:txBody>
          <a:bodyPr/>
          <a:lstStyle/>
          <a:p>
            <a:r>
              <a:rPr lang="en-US" altLang="zh-TW"/>
              <a:t>2.</a:t>
            </a:r>
            <a:fld id="{B5BA6090-CD1F-A04B-A238-CB9E6C296B0D}" type="slidenum">
              <a:rPr lang="en-US" altLang="zh-TW"/>
              <a:pPr/>
              <a:t>27</a:t>
            </a:fld>
            <a:endParaRPr lang="en-US" altLang="zh-TW"/>
          </a:p>
        </p:txBody>
      </p:sp>
      <p:sp>
        <p:nvSpPr>
          <p:cNvPr id="649220" name="Text Box 4">
            <a:extLst>
              <a:ext uri="{FF2B5EF4-FFF2-40B4-BE49-F238E27FC236}">
                <a16:creationId xmlns:a16="http://schemas.microsoft.com/office/drawing/2014/main" id="{53FB8CF8-4891-06FF-0B88-24C685C4BED8}"/>
              </a:ext>
            </a:extLst>
          </p:cNvPr>
          <p:cNvSpPr txBox="1">
            <a:spLocks noChangeArrowheads="1"/>
          </p:cNvSpPr>
          <p:nvPr/>
        </p:nvSpPr>
        <p:spPr bwMode="auto">
          <a:xfrm>
            <a:off x="304800" y="304800"/>
            <a:ext cx="377983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TW" sz="2400">
                <a:solidFill>
                  <a:schemeClr val="folHlink"/>
                </a:solidFill>
                <a:latin typeface="Times New Roman" panose="02020603050405020304" pitchFamily="18" charset="0"/>
                <a:ea typeface="新細明體" panose="02020500000000000000" pitchFamily="18" charset="-120"/>
              </a:rPr>
              <a:t>Figure 2.15  </a:t>
            </a:r>
            <a:r>
              <a:rPr lang="en-US" altLang="zh-TW" sz="2000" i="1">
                <a:latin typeface="Times New Roman" panose="02020603050405020304" pitchFamily="18" charset="0"/>
                <a:ea typeface="新細明體" panose="02020500000000000000" pitchFamily="18" charset="-120"/>
              </a:rPr>
              <a:t>Summary of layers</a:t>
            </a:r>
          </a:p>
        </p:txBody>
      </p:sp>
      <p:pic>
        <p:nvPicPr>
          <p:cNvPr id="649222" name="Picture 6">
            <a:extLst>
              <a:ext uri="{FF2B5EF4-FFF2-40B4-BE49-F238E27FC236}">
                <a16:creationId xmlns:a16="http://schemas.microsoft.com/office/drawing/2014/main" id="{BD3BBB83-2C7A-82B7-81CE-E0C9A87DC87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44488" y="1644650"/>
            <a:ext cx="8189912" cy="3765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 name="Slide Number Placeholder 3">
            <a:extLst>
              <a:ext uri="{FF2B5EF4-FFF2-40B4-BE49-F238E27FC236}">
                <a16:creationId xmlns:a16="http://schemas.microsoft.com/office/drawing/2014/main" id="{4A5A2578-E585-C942-A355-F186B1DC6267}"/>
              </a:ext>
            </a:extLst>
          </p:cNvPr>
          <p:cNvSpPr>
            <a:spLocks noGrp="1"/>
          </p:cNvSpPr>
          <p:nvPr>
            <p:ph type="sldNum" sz="quarter" idx="12"/>
          </p:nvPr>
        </p:nvSpPr>
        <p:spPr/>
        <p:txBody>
          <a:bodyPr/>
          <a:lstStyle/>
          <a:p>
            <a:r>
              <a:rPr lang="en-US" altLang="zh-TW"/>
              <a:t>2.</a:t>
            </a:r>
            <a:fld id="{5857859E-EF19-CB4A-8EE3-1706B598C121}" type="slidenum">
              <a:rPr lang="en-US" altLang="zh-TW"/>
              <a:pPr/>
              <a:t>28</a:t>
            </a:fld>
            <a:endParaRPr lang="en-US" altLang="zh-TW"/>
          </a:p>
        </p:txBody>
      </p:sp>
      <p:sp>
        <p:nvSpPr>
          <p:cNvPr id="679938" name="Rectangle 2">
            <a:extLst>
              <a:ext uri="{FF2B5EF4-FFF2-40B4-BE49-F238E27FC236}">
                <a16:creationId xmlns:a16="http://schemas.microsoft.com/office/drawing/2014/main" id="{EE510AAF-37E0-329F-E768-41C928DC0F38}"/>
              </a:ext>
            </a:extLst>
          </p:cNvPr>
          <p:cNvSpPr>
            <a:spLocks noChangeArrowheads="1"/>
          </p:cNvSpPr>
          <p:nvPr/>
        </p:nvSpPr>
        <p:spPr bwMode="auto">
          <a:xfrm>
            <a:off x="0" y="0"/>
            <a:ext cx="9144000" cy="914400"/>
          </a:xfrm>
          <a:prstGeom prst="rect">
            <a:avLst/>
          </a:prstGeom>
          <a:solidFill>
            <a:srgbClr val="33C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zh-TW" altLang="en-US">
              <a:effectLst>
                <a:outerShdw blurRad="38100" dist="38100" dir="2700000" algn="tl">
                  <a:srgbClr val="FFFFFF"/>
                </a:outerShdw>
              </a:effectLst>
              <a:latin typeface="Times New Roman" panose="02020603050405020304" pitchFamily="18" charset="0"/>
              <a:ea typeface="新細明體" panose="02020500000000000000" pitchFamily="18" charset="-120"/>
            </a:endParaRPr>
          </a:p>
        </p:txBody>
      </p:sp>
      <p:sp>
        <p:nvSpPr>
          <p:cNvPr id="679939" name="Text Box 3">
            <a:extLst>
              <a:ext uri="{FF2B5EF4-FFF2-40B4-BE49-F238E27FC236}">
                <a16:creationId xmlns:a16="http://schemas.microsoft.com/office/drawing/2014/main" id="{36D2D6B3-369A-E59D-07A9-805D201DDDBB}"/>
              </a:ext>
            </a:extLst>
          </p:cNvPr>
          <p:cNvSpPr txBox="1">
            <a:spLocks noChangeArrowheads="1"/>
          </p:cNvSpPr>
          <p:nvPr/>
        </p:nvSpPr>
        <p:spPr bwMode="auto">
          <a:xfrm>
            <a:off x="228600" y="152400"/>
            <a:ext cx="6111875"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TW">
                <a:effectLst>
                  <a:outerShdw blurRad="38100" dist="38100" dir="2700000" algn="tl">
                    <a:srgbClr val="C0C0C0"/>
                  </a:outerShdw>
                </a:effectLst>
                <a:latin typeface="Times" pitchFamily="18" charset="0"/>
                <a:ea typeface="新細明體" panose="02020500000000000000" pitchFamily="18" charset="-120"/>
              </a:rPr>
              <a:t>2-4   TCP/IP PROTOCOL SUITE</a:t>
            </a:r>
          </a:p>
        </p:txBody>
      </p:sp>
      <p:sp>
        <p:nvSpPr>
          <p:cNvPr id="679940" name="Text Box 4">
            <a:extLst>
              <a:ext uri="{FF2B5EF4-FFF2-40B4-BE49-F238E27FC236}">
                <a16:creationId xmlns:a16="http://schemas.microsoft.com/office/drawing/2014/main" id="{3913D997-E91A-750A-33FF-09110AD336BA}"/>
              </a:ext>
            </a:extLst>
          </p:cNvPr>
          <p:cNvSpPr txBox="1">
            <a:spLocks noChangeArrowheads="1"/>
          </p:cNvSpPr>
          <p:nvPr/>
        </p:nvSpPr>
        <p:spPr bwMode="auto">
          <a:xfrm>
            <a:off x="8229600" y="6400800"/>
            <a:ext cx="1841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zh-TW" altLang="en-US" sz="1800">
              <a:latin typeface="Times New Roman" panose="02020603050405020304" pitchFamily="18" charset="0"/>
              <a:ea typeface="新細明體" panose="02020500000000000000" pitchFamily="18" charset="-120"/>
            </a:endParaRPr>
          </a:p>
        </p:txBody>
      </p:sp>
      <p:sp>
        <p:nvSpPr>
          <p:cNvPr id="679941" name="Rectangle 5">
            <a:extLst>
              <a:ext uri="{FF2B5EF4-FFF2-40B4-BE49-F238E27FC236}">
                <a16:creationId xmlns:a16="http://schemas.microsoft.com/office/drawing/2014/main" id="{05E5D159-6D9E-9720-9F0B-C2AD883DB847}"/>
              </a:ext>
            </a:extLst>
          </p:cNvPr>
          <p:cNvSpPr>
            <a:spLocks noChangeArrowheads="1"/>
          </p:cNvSpPr>
          <p:nvPr/>
        </p:nvSpPr>
        <p:spPr bwMode="auto">
          <a:xfrm>
            <a:off x="76200" y="990600"/>
            <a:ext cx="8610600" cy="30813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lgn="just" eaLnBrk="1" hangingPunct="1"/>
            <a:r>
              <a:rPr lang="en-US" altLang="zh-TW" sz="2800" i="1">
                <a:effectLst>
                  <a:outerShdw blurRad="38100" dist="38100" dir="2700000" algn="tl">
                    <a:srgbClr val="C0C0C0"/>
                  </a:outerShdw>
                </a:effectLst>
                <a:latin typeface="Times New Roman" panose="02020603050405020304" pitchFamily="18" charset="0"/>
                <a:ea typeface="新細明體" panose="02020500000000000000" pitchFamily="18" charset="-120"/>
              </a:rPr>
              <a:t>The layers in the </a:t>
            </a:r>
            <a:r>
              <a:rPr lang="en-US" altLang="zh-TW" sz="2800" i="1">
                <a:solidFill>
                  <a:schemeClr val="hlink"/>
                </a:solidFill>
                <a:effectLst>
                  <a:outerShdw blurRad="38100" dist="38100" dir="2700000" algn="tl">
                    <a:srgbClr val="C0C0C0"/>
                  </a:outerShdw>
                </a:effectLst>
                <a:latin typeface="Times New Roman" panose="02020603050405020304" pitchFamily="18" charset="0"/>
                <a:ea typeface="新細明體" panose="02020500000000000000" pitchFamily="18" charset="-120"/>
              </a:rPr>
              <a:t>TCP/IP protocol suite</a:t>
            </a:r>
            <a:r>
              <a:rPr lang="en-US" altLang="zh-TW" sz="2800" i="1">
                <a:effectLst>
                  <a:outerShdw blurRad="38100" dist="38100" dir="2700000" algn="tl">
                    <a:srgbClr val="C0C0C0"/>
                  </a:outerShdw>
                </a:effectLst>
                <a:latin typeface="Times New Roman" panose="02020603050405020304" pitchFamily="18" charset="0"/>
                <a:ea typeface="新細明體" panose="02020500000000000000" pitchFamily="18" charset="-120"/>
              </a:rPr>
              <a:t> do not exactly match those in the OSI model. The original TCP/IP protocol suite was defined as having four layers: </a:t>
            </a:r>
            <a:r>
              <a:rPr lang="en-US" altLang="zh-TW" sz="2800" i="1">
                <a:solidFill>
                  <a:schemeClr val="folHlink"/>
                </a:solidFill>
                <a:effectLst>
                  <a:outerShdw blurRad="38100" dist="38100" dir="2700000" algn="tl">
                    <a:srgbClr val="C0C0C0"/>
                  </a:outerShdw>
                </a:effectLst>
                <a:latin typeface="Times New Roman" panose="02020603050405020304" pitchFamily="18" charset="0"/>
                <a:ea typeface="新細明體" panose="02020500000000000000" pitchFamily="18" charset="-120"/>
              </a:rPr>
              <a:t>host-to-network</a:t>
            </a:r>
            <a:r>
              <a:rPr lang="en-US" altLang="zh-TW" sz="2800" i="1">
                <a:effectLst>
                  <a:outerShdw blurRad="38100" dist="38100" dir="2700000" algn="tl">
                    <a:srgbClr val="C0C0C0"/>
                  </a:outerShdw>
                </a:effectLst>
                <a:latin typeface="Times New Roman" panose="02020603050405020304" pitchFamily="18" charset="0"/>
                <a:ea typeface="新細明體" panose="02020500000000000000" pitchFamily="18" charset="-120"/>
              </a:rPr>
              <a:t>, </a:t>
            </a:r>
            <a:r>
              <a:rPr lang="en-US" altLang="zh-TW" sz="2800" i="1">
                <a:solidFill>
                  <a:schemeClr val="folHlink"/>
                </a:solidFill>
                <a:effectLst>
                  <a:outerShdw blurRad="38100" dist="38100" dir="2700000" algn="tl">
                    <a:srgbClr val="C0C0C0"/>
                  </a:outerShdw>
                </a:effectLst>
                <a:latin typeface="Times New Roman" panose="02020603050405020304" pitchFamily="18" charset="0"/>
                <a:ea typeface="新細明體" panose="02020500000000000000" pitchFamily="18" charset="-120"/>
              </a:rPr>
              <a:t>internet</a:t>
            </a:r>
            <a:r>
              <a:rPr lang="en-US" altLang="zh-TW" sz="2800" i="1">
                <a:effectLst>
                  <a:outerShdw blurRad="38100" dist="38100" dir="2700000" algn="tl">
                    <a:srgbClr val="C0C0C0"/>
                  </a:outerShdw>
                </a:effectLst>
                <a:latin typeface="Times New Roman" panose="02020603050405020304" pitchFamily="18" charset="0"/>
                <a:ea typeface="新細明體" panose="02020500000000000000" pitchFamily="18" charset="-120"/>
              </a:rPr>
              <a:t>, </a:t>
            </a:r>
            <a:r>
              <a:rPr lang="en-US" altLang="zh-TW" sz="2800" i="1">
                <a:solidFill>
                  <a:schemeClr val="folHlink"/>
                </a:solidFill>
                <a:effectLst>
                  <a:outerShdw blurRad="38100" dist="38100" dir="2700000" algn="tl">
                    <a:srgbClr val="C0C0C0"/>
                  </a:outerShdw>
                </a:effectLst>
                <a:latin typeface="Times New Roman" panose="02020603050405020304" pitchFamily="18" charset="0"/>
                <a:ea typeface="新細明體" panose="02020500000000000000" pitchFamily="18" charset="-120"/>
              </a:rPr>
              <a:t>transport</a:t>
            </a:r>
            <a:r>
              <a:rPr lang="en-US" altLang="zh-TW" sz="2800" i="1">
                <a:effectLst>
                  <a:outerShdw blurRad="38100" dist="38100" dir="2700000" algn="tl">
                    <a:srgbClr val="C0C0C0"/>
                  </a:outerShdw>
                </a:effectLst>
                <a:latin typeface="Times New Roman" panose="02020603050405020304" pitchFamily="18" charset="0"/>
                <a:ea typeface="新細明體" panose="02020500000000000000" pitchFamily="18" charset="-120"/>
              </a:rPr>
              <a:t>, and </a:t>
            </a:r>
            <a:r>
              <a:rPr lang="en-US" altLang="zh-TW" sz="2800" i="1">
                <a:solidFill>
                  <a:schemeClr val="folHlink"/>
                </a:solidFill>
                <a:effectLst>
                  <a:outerShdw blurRad="38100" dist="38100" dir="2700000" algn="tl">
                    <a:srgbClr val="C0C0C0"/>
                  </a:outerShdw>
                </a:effectLst>
                <a:latin typeface="Times New Roman" panose="02020603050405020304" pitchFamily="18" charset="0"/>
                <a:ea typeface="新細明體" panose="02020500000000000000" pitchFamily="18" charset="-120"/>
              </a:rPr>
              <a:t>application</a:t>
            </a:r>
            <a:r>
              <a:rPr lang="en-US" altLang="zh-TW" sz="2800" i="1">
                <a:effectLst>
                  <a:outerShdw blurRad="38100" dist="38100" dir="2700000" algn="tl">
                    <a:srgbClr val="C0C0C0"/>
                  </a:outerShdw>
                </a:effectLst>
                <a:latin typeface="Times New Roman" panose="02020603050405020304" pitchFamily="18" charset="0"/>
                <a:ea typeface="新細明體" panose="02020500000000000000" pitchFamily="18" charset="-120"/>
              </a:rPr>
              <a:t>. However, when TCP/IP is compared to OSI, we can say that the TCP/IP protocol suite is made of five layers: </a:t>
            </a:r>
            <a:r>
              <a:rPr lang="en-US" altLang="zh-TW" sz="2800" i="1">
                <a:solidFill>
                  <a:schemeClr val="folHlink"/>
                </a:solidFill>
                <a:effectLst>
                  <a:outerShdw blurRad="38100" dist="38100" dir="2700000" algn="tl">
                    <a:srgbClr val="C0C0C0"/>
                  </a:outerShdw>
                </a:effectLst>
                <a:latin typeface="Times New Roman" panose="02020603050405020304" pitchFamily="18" charset="0"/>
                <a:ea typeface="新細明體" panose="02020500000000000000" pitchFamily="18" charset="-120"/>
              </a:rPr>
              <a:t>physical</a:t>
            </a:r>
            <a:r>
              <a:rPr lang="en-US" altLang="zh-TW" sz="2800" i="1">
                <a:effectLst>
                  <a:outerShdw blurRad="38100" dist="38100" dir="2700000" algn="tl">
                    <a:srgbClr val="C0C0C0"/>
                  </a:outerShdw>
                </a:effectLst>
                <a:latin typeface="Times New Roman" panose="02020603050405020304" pitchFamily="18" charset="0"/>
                <a:ea typeface="新細明體" panose="02020500000000000000" pitchFamily="18" charset="-120"/>
              </a:rPr>
              <a:t>, </a:t>
            </a:r>
            <a:r>
              <a:rPr lang="en-US" altLang="zh-TW" sz="2800" i="1">
                <a:solidFill>
                  <a:schemeClr val="folHlink"/>
                </a:solidFill>
                <a:effectLst>
                  <a:outerShdw blurRad="38100" dist="38100" dir="2700000" algn="tl">
                    <a:srgbClr val="C0C0C0"/>
                  </a:outerShdw>
                </a:effectLst>
                <a:latin typeface="Times New Roman" panose="02020603050405020304" pitchFamily="18" charset="0"/>
                <a:ea typeface="新細明體" panose="02020500000000000000" pitchFamily="18" charset="-120"/>
              </a:rPr>
              <a:t>data link</a:t>
            </a:r>
            <a:r>
              <a:rPr lang="en-US" altLang="zh-TW" sz="2800" i="1">
                <a:effectLst>
                  <a:outerShdw blurRad="38100" dist="38100" dir="2700000" algn="tl">
                    <a:srgbClr val="C0C0C0"/>
                  </a:outerShdw>
                </a:effectLst>
                <a:latin typeface="Times New Roman" panose="02020603050405020304" pitchFamily="18" charset="0"/>
                <a:ea typeface="新細明體" panose="02020500000000000000" pitchFamily="18" charset="-120"/>
              </a:rPr>
              <a:t>, </a:t>
            </a:r>
            <a:r>
              <a:rPr lang="en-US" altLang="zh-TW" sz="2800" i="1">
                <a:solidFill>
                  <a:schemeClr val="folHlink"/>
                </a:solidFill>
                <a:effectLst>
                  <a:outerShdw blurRad="38100" dist="38100" dir="2700000" algn="tl">
                    <a:srgbClr val="C0C0C0"/>
                  </a:outerShdw>
                </a:effectLst>
                <a:latin typeface="Times New Roman" panose="02020603050405020304" pitchFamily="18" charset="0"/>
                <a:ea typeface="新細明體" panose="02020500000000000000" pitchFamily="18" charset="-120"/>
              </a:rPr>
              <a:t>network</a:t>
            </a:r>
            <a:r>
              <a:rPr lang="en-US" altLang="zh-TW" sz="2800" i="1">
                <a:effectLst>
                  <a:outerShdw blurRad="38100" dist="38100" dir="2700000" algn="tl">
                    <a:srgbClr val="C0C0C0"/>
                  </a:outerShdw>
                </a:effectLst>
                <a:latin typeface="Times New Roman" panose="02020603050405020304" pitchFamily="18" charset="0"/>
                <a:ea typeface="新細明體" panose="02020500000000000000" pitchFamily="18" charset="-120"/>
              </a:rPr>
              <a:t>, </a:t>
            </a:r>
            <a:r>
              <a:rPr lang="en-US" altLang="zh-TW" sz="2800" i="1">
                <a:solidFill>
                  <a:schemeClr val="folHlink"/>
                </a:solidFill>
                <a:effectLst>
                  <a:outerShdw blurRad="38100" dist="38100" dir="2700000" algn="tl">
                    <a:srgbClr val="C0C0C0"/>
                  </a:outerShdw>
                </a:effectLst>
                <a:latin typeface="Times New Roman" panose="02020603050405020304" pitchFamily="18" charset="0"/>
                <a:ea typeface="新細明體" panose="02020500000000000000" pitchFamily="18" charset="-120"/>
              </a:rPr>
              <a:t>transport</a:t>
            </a:r>
            <a:r>
              <a:rPr lang="en-US" altLang="zh-TW" sz="2800" i="1">
                <a:effectLst>
                  <a:outerShdw blurRad="38100" dist="38100" dir="2700000" algn="tl">
                    <a:srgbClr val="C0C0C0"/>
                  </a:outerShdw>
                </a:effectLst>
                <a:latin typeface="Times New Roman" panose="02020603050405020304" pitchFamily="18" charset="0"/>
                <a:ea typeface="新細明體" panose="02020500000000000000" pitchFamily="18" charset="-120"/>
              </a:rPr>
              <a:t>, and </a:t>
            </a:r>
            <a:r>
              <a:rPr lang="en-US" altLang="zh-TW" sz="2800" i="1">
                <a:solidFill>
                  <a:schemeClr val="folHlink"/>
                </a:solidFill>
                <a:effectLst>
                  <a:outerShdw blurRad="38100" dist="38100" dir="2700000" algn="tl">
                    <a:srgbClr val="C0C0C0"/>
                  </a:outerShdw>
                </a:effectLst>
                <a:latin typeface="Times New Roman" panose="02020603050405020304" pitchFamily="18" charset="0"/>
                <a:ea typeface="新細明體" panose="02020500000000000000" pitchFamily="18" charset="-120"/>
              </a:rPr>
              <a:t>application</a:t>
            </a:r>
            <a:r>
              <a:rPr lang="en-US" altLang="zh-TW" sz="2800" i="1">
                <a:effectLst>
                  <a:outerShdw blurRad="38100" dist="38100" dir="2700000" algn="tl">
                    <a:srgbClr val="C0C0C0"/>
                  </a:outerShdw>
                </a:effectLst>
                <a:latin typeface="Times New Roman" panose="02020603050405020304" pitchFamily="18" charset="0"/>
                <a:ea typeface="新細明體" panose="02020500000000000000" pitchFamily="18" charset="-120"/>
              </a:rPr>
              <a:t>.</a:t>
            </a:r>
          </a:p>
        </p:txBody>
      </p:sp>
      <p:sp>
        <p:nvSpPr>
          <p:cNvPr id="679942" name="Rectangle 6">
            <a:extLst>
              <a:ext uri="{FF2B5EF4-FFF2-40B4-BE49-F238E27FC236}">
                <a16:creationId xmlns:a16="http://schemas.microsoft.com/office/drawing/2014/main" id="{D78AA737-B35A-9745-8921-182C172ECDC3}"/>
              </a:ext>
            </a:extLst>
          </p:cNvPr>
          <p:cNvSpPr>
            <a:spLocks noChangeArrowheads="1"/>
          </p:cNvSpPr>
          <p:nvPr/>
        </p:nvSpPr>
        <p:spPr bwMode="auto">
          <a:xfrm>
            <a:off x="152400" y="4819650"/>
            <a:ext cx="5715000" cy="15525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buClr>
                <a:schemeClr val="tx1"/>
              </a:buClr>
              <a:buSzPct val="117000"/>
              <a:buFont typeface="Wingdings" pitchFamily="2" charset="2"/>
              <a:buNone/>
            </a:pPr>
            <a:r>
              <a:rPr lang="en-US" altLang="zh-TW" sz="2400">
                <a:solidFill>
                  <a:srgbClr val="0033CC"/>
                </a:solidFill>
                <a:latin typeface="Times New Roman" panose="02020603050405020304" pitchFamily="18" charset="0"/>
                <a:ea typeface="新細明體" panose="02020500000000000000" pitchFamily="18" charset="-120"/>
              </a:rPr>
              <a:t>Physical and Data Link Layers</a:t>
            </a:r>
            <a:br>
              <a:rPr lang="fr-FR" altLang="en-US" sz="2400">
                <a:solidFill>
                  <a:srgbClr val="0033CC"/>
                </a:solidFill>
                <a:latin typeface="Times New Roman" panose="02020603050405020304" pitchFamily="18" charset="0"/>
              </a:rPr>
            </a:br>
            <a:r>
              <a:rPr lang="fr-FR" altLang="en-US" sz="2400">
                <a:solidFill>
                  <a:srgbClr val="0033CC"/>
                </a:solidFill>
                <a:latin typeface="Times New Roman" panose="02020603050405020304" pitchFamily="18" charset="0"/>
              </a:rPr>
              <a:t>Network Layer</a:t>
            </a:r>
            <a:br>
              <a:rPr lang="fr-FR" altLang="en-US" sz="2400">
                <a:solidFill>
                  <a:srgbClr val="0033CC"/>
                </a:solidFill>
                <a:latin typeface="Times New Roman" panose="02020603050405020304" pitchFamily="18" charset="0"/>
              </a:rPr>
            </a:br>
            <a:r>
              <a:rPr lang="en-US" altLang="zh-TW" sz="2400">
                <a:solidFill>
                  <a:srgbClr val="0033CC"/>
                </a:solidFill>
                <a:latin typeface="Times New Roman" panose="02020603050405020304" pitchFamily="18" charset="0"/>
                <a:ea typeface="新細明體" panose="02020500000000000000" pitchFamily="18" charset="-120"/>
              </a:rPr>
              <a:t>Transport Layer</a:t>
            </a:r>
          </a:p>
          <a:p>
            <a:pPr>
              <a:buClr>
                <a:schemeClr val="tx1"/>
              </a:buClr>
              <a:buSzPct val="117000"/>
              <a:buFont typeface="Wingdings" pitchFamily="2" charset="2"/>
              <a:buNone/>
            </a:pPr>
            <a:r>
              <a:rPr lang="en-US" altLang="zh-TW" sz="2400">
                <a:solidFill>
                  <a:srgbClr val="0033CC"/>
                </a:solidFill>
                <a:latin typeface="Times New Roman" panose="02020603050405020304" pitchFamily="18" charset="0"/>
                <a:ea typeface="新細明體" panose="02020500000000000000" pitchFamily="18" charset="-120"/>
              </a:rPr>
              <a:t>Application Layer</a:t>
            </a:r>
          </a:p>
        </p:txBody>
      </p:sp>
      <p:sp>
        <p:nvSpPr>
          <p:cNvPr id="679943" name="Text Box 7">
            <a:extLst>
              <a:ext uri="{FF2B5EF4-FFF2-40B4-BE49-F238E27FC236}">
                <a16:creationId xmlns:a16="http://schemas.microsoft.com/office/drawing/2014/main" id="{16F60ADA-4083-FDD1-AD10-EE5C276E3270}"/>
              </a:ext>
            </a:extLst>
          </p:cNvPr>
          <p:cNvSpPr txBox="1">
            <a:spLocks noChangeArrowheads="1"/>
          </p:cNvSpPr>
          <p:nvPr/>
        </p:nvSpPr>
        <p:spPr bwMode="auto">
          <a:xfrm>
            <a:off x="165100" y="4343400"/>
            <a:ext cx="4862513"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76200" algn="ctr">
                <a:solidFill>
                  <a:schemeClr val="fo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zh-TW" sz="2800" i="1" u="sng">
                <a:solidFill>
                  <a:schemeClr val="hlink"/>
                </a:solidFill>
                <a:effectLst>
                  <a:outerShdw blurRad="38100" dist="38100" dir="2700000" algn="tl">
                    <a:srgbClr val="C0C0C0"/>
                  </a:outerShdw>
                </a:effectLst>
                <a:latin typeface="Times New Roman" panose="02020603050405020304" pitchFamily="18" charset="0"/>
                <a:ea typeface="新細明體" panose="02020500000000000000" pitchFamily="18" charset="-120"/>
              </a:rPr>
              <a:t>Topics discussed in this section:</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3">
            <a:extLst>
              <a:ext uri="{FF2B5EF4-FFF2-40B4-BE49-F238E27FC236}">
                <a16:creationId xmlns:a16="http://schemas.microsoft.com/office/drawing/2014/main" id="{0F7A1915-F54E-488E-F567-D4B241BF8091}"/>
              </a:ext>
            </a:extLst>
          </p:cNvPr>
          <p:cNvSpPr>
            <a:spLocks noGrp="1"/>
          </p:cNvSpPr>
          <p:nvPr>
            <p:ph type="sldNum" sz="quarter" idx="12"/>
          </p:nvPr>
        </p:nvSpPr>
        <p:spPr/>
        <p:txBody>
          <a:bodyPr/>
          <a:lstStyle/>
          <a:p>
            <a:r>
              <a:rPr lang="en-US" altLang="zh-TW"/>
              <a:t>2.</a:t>
            </a:r>
            <a:fld id="{F8B5E7BE-8B2A-2748-882A-E55A461F1BE5}" type="slidenum">
              <a:rPr lang="en-US" altLang="zh-TW"/>
              <a:pPr/>
              <a:t>29</a:t>
            </a:fld>
            <a:endParaRPr lang="en-US" altLang="zh-TW"/>
          </a:p>
        </p:txBody>
      </p:sp>
      <p:sp>
        <p:nvSpPr>
          <p:cNvPr id="650244" name="Text Box 4">
            <a:extLst>
              <a:ext uri="{FF2B5EF4-FFF2-40B4-BE49-F238E27FC236}">
                <a16:creationId xmlns:a16="http://schemas.microsoft.com/office/drawing/2014/main" id="{8FED9D9A-60D0-F83A-173D-411C75EDC22A}"/>
              </a:ext>
            </a:extLst>
          </p:cNvPr>
          <p:cNvSpPr txBox="1">
            <a:spLocks noChangeArrowheads="1"/>
          </p:cNvSpPr>
          <p:nvPr/>
        </p:nvSpPr>
        <p:spPr bwMode="auto">
          <a:xfrm>
            <a:off x="304800" y="381000"/>
            <a:ext cx="425608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TW" sz="2400">
                <a:solidFill>
                  <a:schemeClr val="folHlink"/>
                </a:solidFill>
                <a:latin typeface="Times New Roman" panose="02020603050405020304" pitchFamily="18" charset="0"/>
                <a:ea typeface="新細明體" panose="02020500000000000000" pitchFamily="18" charset="-120"/>
              </a:rPr>
              <a:t>Figure 2.16  </a:t>
            </a:r>
            <a:r>
              <a:rPr lang="en-US" altLang="zh-TW" sz="2000" i="1">
                <a:latin typeface="Times New Roman" panose="02020603050405020304" pitchFamily="18" charset="0"/>
                <a:ea typeface="新細明體" panose="02020500000000000000" pitchFamily="18" charset="-120"/>
              </a:rPr>
              <a:t>TCP/IP and OSI model</a:t>
            </a:r>
          </a:p>
        </p:txBody>
      </p:sp>
      <p:pic>
        <p:nvPicPr>
          <p:cNvPr id="650247" name="Picture 7">
            <a:extLst>
              <a:ext uri="{FF2B5EF4-FFF2-40B4-BE49-F238E27FC236}">
                <a16:creationId xmlns:a16="http://schemas.microsoft.com/office/drawing/2014/main" id="{AF02AE48-26FC-A399-50C8-5B4374A2EBE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96913" y="1143000"/>
            <a:ext cx="7532687" cy="50022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 name="Slide Number Placeholder 3">
            <a:extLst>
              <a:ext uri="{FF2B5EF4-FFF2-40B4-BE49-F238E27FC236}">
                <a16:creationId xmlns:a16="http://schemas.microsoft.com/office/drawing/2014/main" id="{B5A67AEC-3B04-4598-7A6B-021D79ABCCC8}"/>
              </a:ext>
            </a:extLst>
          </p:cNvPr>
          <p:cNvSpPr>
            <a:spLocks noGrp="1"/>
          </p:cNvSpPr>
          <p:nvPr>
            <p:ph type="sldNum" sz="quarter" idx="12"/>
          </p:nvPr>
        </p:nvSpPr>
        <p:spPr/>
        <p:txBody>
          <a:bodyPr/>
          <a:lstStyle/>
          <a:p>
            <a:r>
              <a:rPr lang="en-US" altLang="zh-TW"/>
              <a:t>2.</a:t>
            </a:r>
            <a:fld id="{14D1D145-9F22-F745-A7D4-A9AFAE8D5877}" type="slidenum">
              <a:rPr lang="en-US" altLang="zh-TW"/>
              <a:pPr/>
              <a:t>30</a:t>
            </a:fld>
            <a:endParaRPr lang="en-US" altLang="zh-TW"/>
          </a:p>
        </p:txBody>
      </p:sp>
      <p:sp>
        <p:nvSpPr>
          <p:cNvPr id="680962" name="Rectangle 2">
            <a:extLst>
              <a:ext uri="{FF2B5EF4-FFF2-40B4-BE49-F238E27FC236}">
                <a16:creationId xmlns:a16="http://schemas.microsoft.com/office/drawing/2014/main" id="{29E7AC82-3B77-75A4-5EA7-3ECFF7827086}"/>
              </a:ext>
            </a:extLst>
          </p:cNvPr>
          <p:cNvSpPr>
            <a:spLocks noChangeArrowheads="1"/>
          </p:cNvSpPr>
          <p:nvPr/>
        </p:nvSpPr>
        <p:spPr bwMode="auto">
          <a:xfrm>
            <a:off x="0" y="0"/>
            <a:ext cx="9144000" cy="914400"/>
          </a:xfrm>
          <a:prstGeom prst="rect">
            <a:avLst/>
          </a:prstGeom>
          <a:solidFill>
            <a:srgbClr val="33C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zh-TW" altLang="en-US">
              <a:effectLst>
                <a:outerShdw blurRad="38100" dist="38100" dir="2700000" algn="tl">
                  <a:srgbClr val="FFFFFF"/>
                </a:outerShdw>
              </a:effectLst>
              <a:latin typeface="Times New Roman" panose="02020603050405020304" pitchFamily="18" charset="0"/>
              <a:ea typeface="新細明體" panose="02020500000000000000" pitchFamily="18" charset="-120"/>
            </a:endParaRPr>
          </a:p>
        </p:txBody>
      </p:sp>
      <p:sp>
        <p:nvSpPr>
          <p:cNvPr id="680963" name="Text Box 3">
            <a:extLst>
              <a:ext uri="{FF2B5EF4-FFF2-40B4-BE49-F238E27FC236}">
                <a16:creationId xmlns:a16="http://schemas.microsoft.com/office/drawing/2014/main" id="{9A38893B-53F8-B6A2-790C-0AB8D2C895F3}"/>
              </a:ext>
            </a:extLst>
          </p:cNvPr>
          <p:cNvSpPr txBox="1">
            <a:spLocks noChangeArrowheads="1"/>
          </p:cNvSpPr>
          <p:nvPr/>
        </p:nvSpPr>
        <p:spPr bwMode="auto">
          <a:xfrm>
            <a:off x="228600" y="152400"/>
            <a:ext cx="3695700"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TW">
                <a:effectLst>
                  <a:outerShdw blurRad="38100" dist="38100" dir="2700000" algn="tl">
                    <a:srgbClr val="C0C0C0"/>
                  </a:outerShdw>
                </a:effectLst>
                <a:latin typeface="Times" pitchFamily="18" charset="0"/>
                <a:ea typeface="新細明體" panose="02020500000000000000" pitchFamily="18" charset="-120"/>
              </a:rPr>
              <a:t>2-5   ADDRESSING</a:t>
            </a:r>
          </a:p>
        </p:txBody>
      </p:sp>
      <p:sp>
        <p:nvSpPr>
          <p:cNvPr id="680964" name="Text Box 4">
            <a:extLst>
              <a:ext uri="{FF2B5EF4-FFF2-40B4-BE49-F238E27FC236}">
                <a16:creationId xmlns:a16="http://schemas.microsoft.com/office/drawing/2014/main" id="{3AE9E7A3-24D5-273E-B45F-C75DCC9B440E}"/>
              </a:ext>
            </a:extLst>
          </p:cNvPr>
          <p:cNvSpPr txBox="1">
            <a:spLocks noChangeArrowheads="1"/>
          </p:cNvSpPr>
          <p:nvPr/>
        </p:nvSpPr>
        <p:spPr bwMode="auto">
          <a:xfrm>
            <a:off x="8229600" y="6400800"/>
            <a:ext cx="1841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zh-TW" altLang="en-US" sz="1800">
              <a:latin typeface="Times New Roman" panose="02020603050405020304" pitchFamily="18" charset="0"/>
              <a:ea typeface="新細明體" panose="02020500000000000000" pitchFamily="18" charset="-120"/>
            </a:endParaRPr>
          </a:p>
        </p:txBody>
      </p:sp>
      <p:sp>
        <p:nvSpPr>
          <p:cNvPr id="680965" name="Rectangle 5">
            <a:extLst>
              <a:ext uri="{FF2B5EF4-FFF2-40B4-BE49-F238E27FC236}">
                <a16:creationId xmlns:a16="http://schemas.microsoft.com/office/drawing/2014/main" id="{28799A34-DFB6-36DB-448A-567CBB78005E}"/>
              </a:ext>
            </a:extLst>
          </p:cNvPr>
          <p:cNvSpPr>
            <a:spLocks noChangeArrowheads="1"/>
          </p:cNvSpPr>
          <p:nvPr/>
        </p:nvSpPr>
        <p:spPr bwMode="auto">
          <a:xfrm>
            <a:off x="76200" y="1066800"/>
            <a:ext cx="8915400" cy="946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lgn="just" eaLnBrk="1" hangingPunct="1"/>
            <a:r>
              <a:rPr lang="en-US" altLang="zh-TW" sz="2800" i="1">
                <a:effectLst>
                  <a:outerShdw blurRad="38100" dist="38100" dir="2700000" algn="tl">
                    <a:srgbClr val="C0C0C0"/>
                  </a:outerShdw>
                </a:effectLst>
                <a:latin typeface="Times New Roman" panose="02020603050405020304" pitchFamily="18" charset="0"/>
                <a:ea typeface="新細明體" panose="02020500000000000000" pitchFamily="18" charset="-120"/>
              </a:rPr>
              <a:t>Four levels of addresses are used in an internet employing the TCP/IP protocols: </a:t>
            </a:r>
            <a:r>
              <a:rPr lang="en-US" altLang="zh-TW" sz="2800" i="1">
                <a:solidFill>
                  <a:schemeClr val="hlink"/>
                </a:solidFill>
                <a:effectLst>
                  <a:outerShdw blurRad="38100" dist="38100" dir="2700000" algn="tl">
                    <a:srgbClr val="C0C0C0"/>
                  </a:outerShdw>
                </a:effectLst>
                <a:latin typeface="Times New Roman" panose="02020603050405020304" pitchFamily="18" charset="0"/>
                <a:ea typeface="新細明體" panose="02020500000000000000" pitchFamily="18" charset="-120"/>
              </a:rPr>
              <a:t>physical</a:t>
            </a:r>
            <a:r>
              <a:rPr lang="en-US" altLang="zh-TW" sz="2800" i="1">
                <a:effectLst>
                  <a:outerShdw blurRad="38100" dist="38100" dir="2700000" algn="tl">
                    <a:srgbClr val="C0C0C0"/>
                  </a:outerShdw>
                </a:effectLst>
                <a:latin typeface="Times New Roman" panose="02020603050405020304" pitchFamily="18" charset="0"/>
                <a:ea typeface="新細明體" panose="02020500000000000000" pitchFamily="18" charset="-120"/>
              </a:rPr>
              <a:t>, </a:t>
            </a:r>
            <a:r>
              <a:rPr lang="en-US" altLang="zh-TW" sz="2800" i="1">
                <a:solidFill>
                  <a:schemeClr val="hlink"/>
                </a:solidFill>
                <a:effectLst>
                  <a:outerShdw blurRad="38100" dist="38100" dir="2700000" algn="tl">
                    <a:srgbClr val="C0C0C0"/>
                  </a:outerShdw>
                </a:effectLst>
                <a:latin typeface="Times New Roman" panose="02020603050405020304" pitchFamily="18" charset="0"/>
                <a:ea typeface="新細明體" panose="02020500000000000000" pitchFamily="18" charset="-120"/>
              </a:rPr>
              <a:t>logical</a:t>
            </a:r>
            <a:r>
              <a:rPr lang="en-US" altLang="zh-TW" sz="2800" i="1">
                <a:effectLst>
                  <a:outerShdw blurRad="38100" dist="38100" dir="2700000" algn="tl">
                    <a:srgbClr val="C0C0C0"/>
                  </a:outerShdw>
                </a:effectLst>
                <a:latin typeface="Times New Roman" panose="02020603050405020304" pitchFamily="18" charset="0"/>
                <a:ea typeface="新細明體" panose="02020500000000000000" pitchFamily="18" charset="-120"/>
              </a:rPr>
              <a:t>, </a:t>
            </a:r>
            <a:r>
              <a:rPr lang="en-US" altLang="zh-TW" sz="2800" i="1">
                <a:solidFill>
                  <a:schemeClr val="hlink"/>
                </a:solidFill>
                <a:effectLst>
                  <a:outerShdw blurRad="38100" dist="38100" dir="2700000" algn="tl">
                    <a:srgbClr val="C0C0C0"/>
                  </a:outerShdw>
                </a:effectLst>
                <a:latin typeface="Times New Roman" panose="02020603050405020304" pitchFamily="18" charset="0"/>
                <a:ea typeface="新細明體" panose="02020500000000000000" pitchFamily="18" charset="-120"/>
              </a:rPr>
              <a:t>port</a:t>
            </a:r>
            <a:r>
              <a:rPr lang="en-US" altLang="zh-TW" sz="2800" i="1">
                <a:effectLst>
                  <a:outerShdw blurRad="38100" dist="38100" dir="2700000" algn="tl">
                    <a:srgbClr val="C0C0C0"/>
                  </a:outerShdw>
                </a:effectLst>
                <a:latin typeface="Times New Roman" panose="02020603050405020304" pitchFamily="18" charset="0"/>
                <a:ea typeface="新細明體" panose="02020500000000000000" pitchFamily="18" charset="-120"/>
              </a:rPr>
              <a:t>, and </a:t>
            </a:r>
            <a:r>
              <a:rPr lang="en-US" altLang="zh-TW" sz="2800" i="1">
                <a:solidFill>
                  <a:schemeClr val="hlink"/>
                </a:solidFill>
                <a:effectLst>
                  <a:outerShdw blurRad="38100" dist="38100" dir="2700000" algn="tl">
                    <a:srgbClr val="C0C0C0"/>
                  </a:outerShdw>
                </a:effectLst>
                <a:latin typeface="Times New Roman" panose="02020603050405020304" pitchFamily="18" charset="0"/>
                <a:ea typeface="新細明體" panose="02020500000000000000" pitchFamily="18" charset="-120"/>
              </a:rPr>
              <a:t>specific</a:t>
            </a:r>
            <a:r>
              <a:rPr lang="en-US" altLang="zh-TW" sz="2800" i="1">
                <a:effectLst>
                  <a:outerShdw blurRad="38100" dist="38100" dir="2700000" algn="tl">
                    <a:srgbClr val="C0C0C0"/>
                  </a:outerShdw>
                </a:effectLst>
                <a:latin typeface="Times New Roman" panose="02020603050405020304" pitchFamily="18" charset="0"/>
                <a:ea typeface="新細明體" panose="02020500000000000000" pitchFamily="18" charset="-120"/>
              </a:rPr>
              <a:t>.</a:t>
            </a:r>
          </a:p>
        </p:txBody>
      </p:sp>
      <p:sp>
        <p:nvSpPr>
          <p:cNvPr id="680966" name="Rectangle 6">
            <a:extLst>
              <a:ext uri="{FF2B5EF4-FFF2-40B4-BE49-F238E27FC236}">
                <a16:creationId xmlns:a16="http://schemas.microsoft.com/office/drawing/2014/main" id="{A9F9C824-C9E5-E616-3822-C4A08849E6ED}"/>
              </a:ext>
            </a:extLst>
          </p:cNvPr>
          <p:cNvSpPr>
            <a:spLocks noChangeArrowheads="1"/>
          </p:cNvSpPr>
          <p:nvPr/>
        </p:nvSpPr>
        <p:spPr bwMode="auto">
          <a:xfrm>
            <a:off x="228600" y="3933825"/>
            <a:ext cx="5715000" cy="15525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buClr>
                <a:schemeClr val="tx1"/>
              </a:buClr>
              <a:buSzPct val="117000"/>
              <a:buFont typeface="Wingdings" pitchFamily="2" charset="2"/>
              <a:buNone/>
            </a:pPr>
            <a:r>
              <a:rPr lang="fr-FR" altLang="en-US" sz="2400">
                <a:solidFill>
                  <a:srgbClr val="0033CC"/>
                </a:solidFill>
                <a:latin typeface="Times New Roman" panose="02020603050405020304" pitchFamily="18" charset="0"/>
              </a:rPr>
              <a:t>Physical Addresses</a:t>
            </a:r>
            <a:br>
              <a:rPr lang="fr-FR" altLang="en-US" sz="2400">
                <a:solidFill>
                  <a:srgbClr val="0033CC"/>
                </a:solidFill>
                <a:latin typeface="Times New Roman" panose="02020603050405020304" pitchFamily="18" charset="0"/>
              </a:rPr>
            </a:br>
            <a:r>
              <a:rPr lang="fr-FR" altLang="en-US" sz="2400">
                <a:solidFill>
                  <a:srgbClr val="0033CC"/>
                </a:solidFill>
                <a:latin typeface="Times New Roman" panose="02020603050405020304" pitchFamily="18" charset="0"/>
              </a:rPr>
              <a:t>Logical Addresses</a:t>
            </a:r>
            <a:br>
              <a:rPr lang="fr-FR" altLang="en-US" sz="2400">
                <a:solidFill>
                  <a:srgbClr val="0033CC"/>
                </a:solidFill>
                <a:latin typeface="Times New Roman" panose="02020603050405020304" pitchFamily="18" charset="0"/>
              </a:rPr>
            </a:br>
            <a:r>
              <a:rPr lang="en-US" altLang="zh-TW" sz="2400">
                <a:solidFill>
                  <a:srgbClr val="0033CC"/>
                </a:solidFill>
                <a:latin typeface="Times New Roman" panose="02020603050405020304" pitchFamily="18" charset="0"/>
                <a:ea typeface="新細明體" panose="02020500000000000000" pitchFamily="18" charset="-120"/>
              </a:rPr>
              <a:t>Port Addresses</a:t>
            </a:r>
            <a:br>
              <a:rPr lang="en-US" altLang="zh-TW" sz="2400">
                <a:solidFill>
                  <a:srgbClr val="0033CC"/>
                </a:solidFill>
                <a:latin typeface="Times New Roman" panose="02020603050405020304" pitchFamily="18" charset="0"/>
                <a:ea typeface="新細明體" panose="02020500000000000000" pitchFamily="18" charset="-120"/>
              </a:rPr>
            </a:br>
            <a:r>
              <a:rPr lang="en-US" altLang="zh-TW" sz="2400">
                <a:solidFill>
                  <a:srgbClr val="0033CC"/>
                </a:solidFill>
                <a:latin typeface="Times New Roman" panose="02020603050405020304" pitchFamily="18" charset="0"/>
                <a:ea typeface="新細明體" panose="02020500000000000000" pitchFamily="18" charset="-120"/>
              </a:rPr>
              <a:t>Specific Addresses</a:t>
            </a:r>
          </a:p>
        </p:txBody>
      </p:sp>
      <p:sp>
        <p:nvSpPr>
          <p:cNvPr id="680967" name="Text Box 7">
            <a:extLst>
              <a:ext uri="{FF2B5EF4-FFF2-40B4-BE49-F238E27FC236}">
                <a16:creationId xmlns:a16="http://schemas.microsoft.com/office/drawing/2014/main" id="{2088208B-C4CD-AF12-D8C3-16F19530B9A7}"/>
              </a:ext>
            </a:extLst>
          </p:cNvPr>
          <p:cNvSpPr txBox="1">
            <a:spLocks noChangeArrowheads="1"/>
          </p:cNvSpPr>
          <p:nvPr/>
        </p:nvSpPr>
        <p:spPr bwMode="auto">
          <a:xfrm>
            <a:off x="241300" y="3457575"/>
            <a:ext cx="4862513"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76200" algn="ctr">
                <a:solidFill>
                  <a:schemeClr val="fo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zh-TW" sz="2800" i="1" u="sng">
                <a:solidFill>
                  <a:schemeClr val="hlink"/>
                </a:solidFill>
                <a:effectLst>
                  <a:outerShdw blurRad="38100" dist="38100" dir="2700000" algn="tl">
                    <a:srgbClr val="C0C0C0"/>
                  </a:outerShdw>
                </a:effectLst>
                <a:latin typeface="Times New Roman" panose="02020603050405020304" pitchFamily="18" charset="0"/>
                <a:ea typeface="新細明體" panose="02020500000000000000" pitchFamily="18" charset="-120"/>
              </a:rPr>
              <a:t>Topics discussed in this section:</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3">
            <a:extLst>
              <a:ext uri="{FF2B5EF4-FFF2-40B4-BE49-F238E27FC236}">
                <a16:creationId xmlns:a16="http://schemas.microsoft.com/office/drawing/2014/main" id="{0D0362BE-F01B-196D-C23A-A45B82655FB9}"/>
              </a:ext>
            </a:extLst>
          </p:cNvPr>
          <p:cNvSpPr>
            <a:spLocks noGrp="1"/>
          </p:cNvSpPr>
          <p:nvPr>
            <p:ph type="sldNum" sz="quarter" idx="12"/>
          </p:nvPr>
        </p:nvSpPr>
        <p:spPr/>
        <p:txBody>
          <a:bodyPr/>
          <a:lstStyle/>
          <a:p>
            <a:r>
              <a:rPr lang="en-US" altLang="zh-TW"/>
              <a:t>2.</a:t>
            </a:r>
            <a:fld id="{0C9D4CF0-589F-F248-AD93-6D5197B35362}" type="slidenum">
              <a:rPr lang="en-US" altLang="zh-TW"/>
              <a:pPr/>
              <a:t>31</a:t>
            </a:fld>
            <a:endParaRPr lang="en-US" altLang="zh-TW"/>
          </a:p>
        </p:txBody>
      </p:sp>
      <p:sp>
        <p:nvSpPr>
          <p:cNvPr id="651268" name="Text Box 4">
            <a:extLst>
              <a:ext uri="{FF2B5EF4-FFF2-40B4-BE49-F238E27FC236}">
                <a16:creationId xmlns:a16="http://schemas.microsoft.com/office/drawing/2014/main" id="{8C3107D7-9E29-9495-E01D-98F017DC0DEA}"/>
              </a:ext>
            </a:extLst>
          </p:cNvPr>
          <p:cNvSpPr txBox="1">
            <a:spLocks noChangeArrowheads="1"/>
          </p:cNvSpPr>
          <p:nvPr/>
        </p:nvSpPr>
        <p:spPr bwMode="auto">
          <a:xfrm>
            <a:off x="304800" y="381000"/>
            <a:ext cx="39941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TW" sz="2400">
                <a:solidFill>
                  <a:schemeClr val="folHlink"/>
                </a:solidFill>
                <a:latin typeface="Times New Roman" panose="02020603050405020304" pitchFamily="18" charset="0"/>
                <a:ea typeface="新細明體" panose="02020500000000000000" pitchFamily="18" charset="-120"/>
              </a:rPr>
              <a:t>Figure 2.17  </a:t>
            </a:r>
            <a:r>
              <a:rPr lang="en-US" altLang="zh-TW" sz="2000" i="1">
                <a:latin typeface="Times New Roman" panose="02020603050405020304" pitchFamily="18" charset="0"/>
                <a:ea typeface="新細明體" panose="02020500000000000000" pitchFamily="18" charset="-120"/>
              </a:rPr>
              <a:t>Addresses in TCP/IP</a:t>
            </a:r>
          </a:p>
        </p:txBody>
      </p:sp>
      <p:pic>
        <p:nvPicPr>
          <p:cNvPr id="651270" name="Picture 6">
            <a:extLst>
              <a:ext uri="{FF2B5EF4-FFF2-40B4-BE49-F238E27FC236}">
                <a16:creationId xmlns:a16="http://schemas.microsoft.com/office/drawing/2014/main" id="{60923F26-9204-5D8E-3D87-FB6BB1361F4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95288" y="2286000"/>
            <a:ext cx="7834312" cy="19970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3">
            <a:extLst>
              <a:ext uri="{FF2B5EF4-FFF2-40B4-BE49-F238E27FC236}">
                <a16:creationId xmlns:a16="http://schemas.microsoft.com/office/drawing/2014/main" id="{7388E3B3-BC0F-9E3A-52E1-64D0E73F2006}"/>
              </a:ext>
            </a:extLst>
          </p:cNvPr>
          <p:cNvSpPr>
            <a:spLocks noGrp="1"/>
          </p:cNvSpPr>
          <p:nvPr>
            <p:ph type="sldNum" sz="quarter" idx="12"/>
          </p:nvPr>
        </p:nvSpPr>
        <p:spPr/>
        <p:txBody>
          <a:bodyPr/>
          <a:lstStyle/>
          <a:p>
            <a:r>
              <a:rPr lang="en-US" altLang="zh-TW"/>
              <a:t>2.</a:t>
            </a:r>
            <a:fld id="{9C337805-824D-7D48-8EC4-905BBACA5EC5}" type="slidenum">
              <a:rPr lang="en-US" altLang="zh-TW"/>
              <a:pPr/>
              <a:t>32</a:t>
            </a:fld>
            <a:endParaRPr lang="en-US" altLang="zh-TW"/>
          </a:p>
        </p:txBody>
      </p:sp>
      <p:sp>
        <p:nvSpPr>
          <p:cNvPr id="652292" name="Text Box 4">
            <a:extLst>
              <a:ext uri="{FF2B5EF4-FFF2-40B4-BE49-F238E27FC236}">
                <a16:creationId xmlns:a16="http://schemas.microsoft.com/office/drawing/2014/main" id="{11BF6188-D6B6-02F4-E0C7-581E2421DCB4}"/>
              </a:ext>
            </a:extLst>
          </p:cNvPr>
          <p:cNvSpPr txBox="1">
            <a:spLocks noChangeArrowheads="1"/>
          </p:cNvSpPr>
          <p:nvPr/>
        </p:nvSpPr>
        <p:spPr bwMode="auto">
          <a:xfrm>
            <a:off x="304800" y="381000"/>
            <a:ext cx="6754813"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TW" sz="2400">
                <a:solidFill>
                  <a:schemeClr val="folHlink"/>
                </a:solidFill>
                <a:latin typeface="Times New Roman" panose="02020603050405020304" pitchFamily="18" charset="0"/>
                <a:ea typeface="新細明體" panose="02020500000000000000" pitchFamily="18" charset="-120"/>
              </a:rPr>
              <a:t>Figure 2.18  </a:t>
            </a:r>
            <a:r>
              <a:rPr lang="en-US" altLang="zh-TW" sz="2000" i="1">
                <a:latin typeface="Times New Roman" panose="02020603050405020304" pitchFamily="18" charset="0"/>
                <a:ea typeface="新細明體" panose="02020500000000000000" pitchFamily="18" charset="-120"/>
              </a:rPr>
              <a:t>Relationship of layers and addresses in TCP/IP</a:t>
            </a:r>
          </a:p>
        </p:txBody>
      </p:sp>
      <p:pic>
        <p:nvPicPr>
          <p:cNvPr id="652294" name="Picture 6">
            <a:extLst>
              <a:ext uri="{FF2B5EF4-FFF2-40B4-BE49-F238E27FC236}">
                <a16:creationId xmlns:a16="http://schemas.microsoft.com/office/drawing/2014/main" id="{DE8F65D1-C33F-696A-17E5-5D71EA51690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85800" y="1266825"/>
            <a:ext cx="7467600" cy="4829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3">
            <a:extLst>
              <a:ext uri="{FF2B5EF4-FFF2-40B4-BE49-F238E27FC236}">
                <a16:creationId xmlns:a16="http://schemas.microsoft.com/office/drawing/2014/main" id="{B573C954-A415-65AE-80AB-5BDB009A44F4}"/>
              </a:ext>
            </a:extLst>
          </p:cNvPr>
          <p:cNvSpPr>
            <a:spLocks noGrp="1"/>
          </p:cNvSpPr>
          <p:nvPr>
            <p:ph type="sldNum" sz="quarter" idx="12"/>
          </p:nvPr>
        </p:nvSpPr>
        <p:spPr/>
        <p:txBody>
          <a:bodyPr/>
          <a:lstStyle/>
          <a:p>
            <a:r>
              <a:rPr lang="en-US" altLang="zh-TW"/>
              <a:t>2.</a:t>
            </a:r>
            <a:fld id="{02440D27-0822-1B40-AC1B-63D767B18229}" type="slidenum">
              <a:rPr lang="en-US" altLang="zh-TW"/>
              <a:pPr/>
              <a:t>33</a:t>
            </a:fld>
            <a:endParaRPr lang="en-US" altLang="zh-TW"/>
          </a:p>
        </p:txBody>
      </p:sp>
      <p:sp>
        <p:nvSpPr>
          <p:cNvPr id="665610" name="Rectangle 10">
            <a:extLst>
              <a:ext uri="{FF2B5EF4-FFF2-40B4-BE49-F238E27FC236}">
                <a16:creationId xmlns:a16="http://schemas.microsoft.com/office/drawing/2014/main" id="{A59DF1A6-8EB7-8BCB-859F-8282C993E3E6}"/>
              </a:ext>
            </a:extLst>
          </p:cNvPr>
          <p:cNvSpPr>
            <a:spLocks noChangeArrowheads="1"/>
          </p:cNvSpPr>
          <p:nvPr/>
        </p:nvSpPr>
        <p:spPr bwMode="auto">
          <a:xfrm>
            <a:off x="152400" y="1447800"/>
            <a:ext cx="8839200" cy="3810000"/>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28575">
                <a:solidFill>
                  <a:schemeClr val="fo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65611" name="Rectangle 11">
            <a:extLst>
              <a:ext uri="{FF2B5EF4-FFF2-40B4-BE49-F238E27FC236}">
                <a16:creationId xmlns:a16="http://schemas.microsoft.com/office/drawing/2014/main" id="{61601785-BDA6-A362-AE6E-64BA236E7EDC}"/>
              </a:ext>
            </a:extLst>
          </p:cNvPr>
          <p:cNvSpPr>
            <a:spLocks noChangeArrowheads="1"/>
          </p:cNvSpPr>
          <p:nvPr/>
        </p:nvSpPr>
        <p:spPr bwMode="auto">
          <a:xfrm>
            <a:off x="228600" y="1447800"/>
            <a:ext cx="8534400" cy="2654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just"/>
            <a:r>
              <a:rPr lang="en-US" altLang="zh-TW" sz="2800" i="1">
                <a:latin typeface="Times New Roman" panose="02020603050405020304" pitchFamily="18" charset="0"/>
                <a:ea typeface="新細明體" panose="02020500000000000000" pitchFamily="18" charset="-120"/>
              </a:rPr>
              <a:t>In Figure 2.19 a node with physical address 10 sends a frame to a node with physical address 87. The two nodes are connected by a link (bus topology LAN). As the figure shows, the computer with physical address </a:t>
            </a:r>
            <a:r>
              <a:rPr lang="en-US" altLang="zh-TW" sz="2800" i="1">
                <a:solidFill>
                  <a:schemeClr val="hlink"/>
                </a:solidFill>
                <a:latin typeface="Times New Roman" panose="02020603050405020304" pitchFamily="18" charset="0"/>
                <a:ea typeface="新細明體" panose="02020500000000000000" pitchFamily="18" charset="-120"/>
              </a:rPr>
              <a:t>10</a:t>
            </a:r>
            <a:r>
              <a:rPr lang="en-US" altLang="zh-TW" sz="2800" i="1">
                <a:latin typeface="Times New Roman" panose="02020603050405020304" pitchFamily="18" charset="0"/>
                <a:ea typeface="新細明體" panose="02020500000000000000" pitchFamily="18" charset="-120"/>
              </a:rPr>
              <a:t> is the sender, and the computer with physical address </a:t>
            </a:r>
            <a:r>
              <a:rPr lang="en-US" altLang="zh-TW" sz="2800" i="1">
                <a:solidFill>
                  <a:schemeClr val="hlink"/>
                </a:solidFill>
                <a:latin typeface="Times New Roman" panose="02020603050405020304" pitchFamily="18" charset="0"/>
                <a:ea typeface="新細明體" panose="02020500000000000000" pitchFamily="18" charset="-120"/>
              </a:rPr>
              <a:t>87</a:t>
            </a:r>
            <a:r>
              <a:rPr lang="en-US" altLang="zh-TW" sz="2800" i="1">
                <a:latin typeface="Times New Roman" panose="02020603050405020304" pitchFamily="18" charset="0"/>
                <a:ea typeface="新細明體" panose="02020500000000000000" pitchFamily="18" charset="-120"/>
              </a:rPr>
              <a:t> is the receiver.</a:t>
            </a:r>
          </a:p>
        </p:txBody>
      </p:sp>
      <p:sp>
        <p:nvSpPr>
          <p:cNvPr id="665613" name="Text Box 13">
            <a:extLst>
              <a:ext uri="{FF2B5EF4-FFF2-40B4-BE49-F238E27FC236}">
                <a16:creationId xmlns:a16="http://schemas.microsoft.com/office/drawing/2014/main" id="{06F925F6-5B79-355F-4B9D-49ECA70666F3}"/>
              </a:ext>
            </a:extLst>
          </p:cNvPr>
          <p:cNvSpPr txBox="1">
            <a:spLocks noChangeArrowheads="1"/>
          </p:cNvSpPr>
          <p:nvPr/>
        </p:nvSpPr>
        <p:spPr bwMode="auto">
          <a:xfrm>
            <a:off x="228600" y="228600"/>
            <a:ext cx="2284413"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TW" i="1">
                <a:solidFill>
                  <a:schemeClr val="hlink"/>
                </a:solidFill>
                <a:latin typeface="Times New Roman" panose="02020603050405020304" pitchFamily="18" charset="0"/>
                <a:ea typeface="新細明體" panose="02020500000000000000" pitchFamily="18" charset="-120"/>
              </a:rPr>
              <a:t>Example 2.1</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3">
            <a:extLst>
              <a:ext uri="{FF2B5EF4-FFF2-40B4-BE49-F238E27FC236}">
                <a16:creationId xmlns:a16="http://schemas.microsoft.com/office/drawing/2014/main" id="{467D9CE8-A6F0-4758-D15D-3C506752A1AE}"/>
              </a:ext>
            </a:extLst>
          </p:cNvPr>
          <p:cNvSpPr>
            <a:spLocks noGrp="1"/>
          </p:cNvSpPr>
          <p:nvPr>
            <p:ph type="sldNum" sz="quarter" idx="12"/>
          </p:nvPr>
        </p:nvSpPr>
        <p:spPr/>
        <p:txBody>
          <a:bodyPr/>
          <a:lstStyle/>
          <a:p>
            <a:r>
              <a:rPr lang="en-US" altLang="zh-TW"/>
              <a:t>2.</a:t>
            </a:r>
            <a:fld id="{7C7F4484-BD7E-0346-AB6D-74879E4B92B8}" type="slidenum">
              <a:rPr lang="en-US" altLang="zh-TW"/>
              <a:pPr/>
              <a:t>34</a:t>
            </a:fld>
            <a:endParaRPr lang="en-US" altLang="zh-TW"/>
          </a:p>
        </p:txBody>
      </p:sp>
      <p:sp>
        <p:nvSpPr>
          <p:cNvPr id="653316" name="Text Box 4">
            <a:extLst>
              <a:ext uri="{FF2B5EF4-FFF2-40B4-BE49-F238E27FC236}">
                <a16:creationId xmlns:a16="http://schemas.microsoft.com/office/drawing/2014/main" id="{37E7B13C-76A3-BF4E-9556-E74297F9004D}"/>
              </a:ext>
            </a:extLst>
          </p:cNvPr>
          <p:cNvSpPr txBox="1">
            <a:spLocks noChangeArrowheads="1"/>
          </p:cNvSpPr>
          <p:nvPr/>
        </p:nvSpPr>
        <p:spPr bwMode="auto">
          <a:xfrm>
            <a:off x="304800" y="381000"/>
            <a:ext cx="37592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TW" sz="2400">
                <a:solidFill>
                  <a:schemeClr val="folHlink"/>
                </a:solidFill>
                <a:latin typeface="Times New Roman" panose="02020603050405020304" pitchFamily="18" charset="0"/>
                <a:ea typeface="新細明體" panose="02020500000000000000" pitchFamily="18" charset="-120"/>
              </a:rPr>
              <a:t>Figure 2.19  </a:t>
            </a:r>
            <a:r>
              <a:rPr lang="en-US" altLang="zh-TW" sz="2000" i="1">
                <a:latin typeface="Times New Roman" panose="02020603050405020304" pitchFamily="18" charset="0"/>
                <a:ea typeface="新細明體" panose="02020500000000000000" pitchFamily="18" charset="-120"/>
              </a:rPr>
              <a:t>Physical addresses</a:t>
            </a:r>
          </a:p>
        </p:txBody>
      </p:sp>
      <p:pic>
        <p:nvPicPr>
          <p:cNvPr id="653318" name="Picture 6">
            <a:extLst>
              <a:ext uri="{FF2B5EF4-FFF2-40B4-BE49-F238E27FC236}">
                <a16:creationId xmlns:a16="http://schemas.microsoft.com/office/drawing/2014/main" id="{A5CB7688-CEE4-30F8-1A4F-0E3063EF6D2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81013" y="2487613"/>
            <a:ext cx="8053387" cy="18557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3">
            <a:extLst>
              <a:ext uri="{FF2B5EF4-FFF2-40B4-BE49-F238E27FC236}">
                <a16:creationId xmlns:a16="http://schemas.microsoft.com/office/drawing/2014/main" id="{46C81400-A668-E2DC-CE99-F439EB14A9E2}"/>
              </a:ext>
            </a:extLst>
          </p:cNvPr>
          <p:cNvSpPr>
            <a:spLocks noGrp="1"/>
          </p:cNvSpPr>
          <p:nvPr>
            <p:ph type="sldNum" sz="quarter" idx="12"/>
          </p:nvPr>
        </p:nvSpPr>
        <p:spPr/>
        <p:txBody>
          <a:bodyPr/>
          <a:lstStyle/>
          <a:p>
            <a:r>
              <a:rPr lang="en-US" altLang="zh-TW"/>
              <a:t>2.</a:t>
            </a:r>
            <a:fld id="{22352B47-EB2E-8447-96FF-1CABDD943418}" type="slidenum">
              <a:rPr lang="en-US" altLang="zh-TW"/>
              <a:pPr/>
              <a:t>35</a:t>
            </a:fld>
            <a:endParaRPr lang="en-US" altLang="zh-TW"/>
          </a:p>
        </p:txBody>
      </p:sp>
      <p:sp>
        <p:nvSpPr>
          <p:cNvPr id="672778" name="Rectangle 10">
            <a:extLst>
              <a:ext uri="{FF2B5EF4-FFF2-40B4-BE49-F238E27FC236}">
                <a16:creationId xmlns:a16="http://schemas.microsoft.com/office/drawing/2014/main" id="{4D2BE42A-7195-798F-38D9-88DDF37E1DAF}"/>
              </a:ext>
            </a:extLst>
          </p:cNvPr>
          <p:cNvSpPr>
            <a:spLocks noChangeArrowheads="1"/>
          </p:cNvSpPr>
          <p:nvPr/>
        </p:nvSpPr>
        <p:spPr bwMode="auto">
          <a:xfrm>
            <a:off x="152400" y="1447800"/>
            <a:ext cx="8839200" cy="3810000"/>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28575">
                <a:solidFill>
                  <a:schemeClr val="fo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72779" name="Rectangle 11">
            <a:extLst>
              <a:ext uri="{FF2B5EF4-FFF2-40B4-BE49-F238E27FC236}">
                <a16:creationId xmlns:a16="http://schemas.microsoft.com/office/drawing/2014/main" id="{5F2FD889-F381-4235-D3A3-F423047ECEC6}"/>
              </a:ext>
            </a:extLst>
          </p:cNvPr>
          <p:cNvSpPr>
            <a:spLocks noChangeArrowheads="1"/>
          </p:cNvSpPr>
          <p:nvPr/>
        </p:nvSpPr>
        <p:spPr bwMode="auto">
          <a:xfrm>
            <a:off x="228600" y="1447800"/>
            <a:ext cx="8534400" cy="18002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just"/>
            <a:r>
              <a:rPr lang="en-US" altLang="zh-TW" sz="2800" i="1">
                <a:latin typeface="Times New Roman" panose="02020603050405020304" pitchFamily="18" charset="0"/>
                <a:ea typeface="新細明體" panose="02020500000000000000" pitchFamily="18" charset="-120"/>
              </a:rPr>
              <a:t>As we will see in Chapter 13, most local-area networks use a </a:t>
            </a:r>
            <a:r>
              <a:rPr lang="en-US" altLang="zh-TW" sz="2800" i="1">
                <a:solidFill>
                  <a:schemeClr val="hlink"/>
                </a:solidFill>
                <a:latin typeface="Times New Roman" panose="02020603050405020304" pitchFamily="18" charset="0"/>
                <a:ea typeface="新細明體" panose="02020500000000000000" pitchFamily="18" charset="-120"/>
              </a:rPr>
              <a:t>48-bit</a:t>
            </a:r>
            <a:r>
              <a:rPr lang="en-US" altLang="zh-TW" sz="2800" i="1">
                <a:latin typeface="Times New Roman" panose="02020603050405020304" pitchFamily="18" charset="0"/>
                <a:ea typeface="新細明體" panose="02020500000000000000" pitchFamily="18" charset="-120"/>
              </a:rPr>
              <a:t> (6-byte) physical address written as 12 hexadecimal digits; every byte (2 hexadecimal digits) is separated by a colon, as shown below:</a:t>
            </a:r>
          </a:p>
        </p:txBody>
      </p:sp>
      <p:sp>
        <p:nvSpPr>
          <p:cNvPr id="672780" name="Text Box 12">
            <a:extLst>
              <a:ext uri="{FF2B5EF4-FFF2-40B4-BE49-F238E27FC236}">
                <a16:creationId xmlns:a16="http://schemas.microsoft.com/office/drawing/2014/main" id="{71919FE9-EE83-27EB-923C-290A85A09BB5}"/>
              </a:ext>
            </a:extLst>
          </p:cNvPr>
          <p:cNvSpPr txBox="1">
            <a:spLocks noChangeArrowheads="1"/>
          </p:cNvSpPr>
          <p:nvPr/>
        </p:nvSpPr>
        <p:spPr bwMode="auto">
          <a:xfrm>
            <a:off x="152400" y="228600"/>
            <a:ext cx="2284413"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TW" i="1">
                <a:solidFill>
                  <a:schemeClr val="hlink"/>
                </a:solidFill>
                <a:latin typeface="Times New Roman" panose="02020603050405020304" pitchFamily="18" charset="0"/>
                <a:ea typeface="新細明體" panose="02020500000000000000" pitchFamily="18" charset="-120"/>
              </a:rPr>
              <a:t>Example 2.2</a:t>
            </a:r>
          </a:p>
        </p:txBody>
      </p:sp>
      <p:sp>
        <p:nvSpPr>
          <p:cNvPr id="672782" name="Rectangle 14">
            <a:extLst>
              <a:ext uri="{FF2B5EF4-FFF2-40B4-BE49-F238E27FC236}">
                <a16:creationId xmlns:a16="http://schemas.microsoft.com/office/drawing/2014/main" id="{1A58551B-B5CD-01BE-9AC5-54D1F36D29E2}"/>
              </a:ext>
            </a:extLst>
          </p:cNvPr>
          <p:cNvSpPr>
            <a:spLocks noChangeArrowheads="1"/>
          </p:cNvSpPr>
          <p:nvPr/>
        </p:nvSpPr>
        <p:spPr bwMode="auto">
          <a:xfrm>
            <a:off x="228600" y="3717925"/>
            <a:ext cx="8534400" cy="1503363"/>
          </a:xfrm>
          <a:prstGeom prst="rect">
            <a:avLst/>
          </a:prstGeom>
          <a:solidFill>
            <a:srgbClr val="FFFF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r>
              <a:rPr lang="en-US" altLang="zh-TW">
                <a:solidFill>
                  <a:schemeClr val="folHlink"/>
                </a:solidFill>
                <a:latin typeface="Times New Roman" panose="02020603050405020304" pitchFamily="18" charset="0"/>
                <a:ea typeface="新細明體" panose="02020500000000000000" pitchFamily="18" charset="-120"/>
              </a:rPr>
              <a:t>07:01:02:01:2C:4B</a:t>
            </a:r>
            <a:br>
              <a:rPr lang="en-US" altLang="zh-TW">
                <a:solidFill>
                  <a:schemeClr val="folHlink"/>
                </a:solidFill>
                <a:latin typeface="Times New Roman" panose="02020603050405020304" pitchFamily="18" charset="0"/>
                <a:ea typeface="新細明體" panose="02020500000000000000" pitchFamily="18" charset="-120"/>
              </a:rPr>
            </a:br>
            <a:endParaRPr lang="en-US" altLang="zh-TW">
              <a:solidFill>
                <a:schemeClr val="folHlink"/>
              </a:solidFill>
              <a:latin typeface="Times New Roman" panose="02020603050405020304" pitchFamily="18" charset="0"/>
              <a:ea typeface="新細明體" panose="02020500000000000000" pitchFamily="18" charset="-120"/>
            </a:endParaRPr>
          </a:p>
          <a:p>
            <a:pPr algn="ctr"/>
            <a:r>
              <a:rPr lang="en-US" altLang="zh-TW" sz="2800">
                <a:latin typeface="Times New Roman" panose="02020603050405020304" pitchFamily="18" charset="0"/>
                <a:ea typeface="新細明體" panose="02020500000000000000" pitchFamily="18" charset="-120"/>
              </a:rPr>
              <a:t>A 6-byte (12 hexadecimal digits) physical address.</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3">
            <a:extLst>
              <a:ext uri="{FF2B5EF4-FFF2-40B4-BE49-F238E27FC236}">
                <a16:creationId xmlns:a16="http://schemas.microsoft.com/office/drawing/2014/main" id="{7B928349-B126-C70E-960F-3F0F9963CA43}"/>
              </a:ext>
            </a:extLst>
          </p:cNvPr>
          <p:cNvSpPr>
            <a:spLocks noGrp="1"/>
          </p:cNvSpPr>
          <p:nvPr>
            <p:ph type="sldNum" sz="quarter" idx="12"/>
          </p:nvPr>
        </p:nvSpPr>
        <p:spPr/>
        <p:txBody>
          <a:bodyPr/>
          <a:lstStyle/>
          <a:p>
            <a:r>
              <a:rPr lang="en-US" altLang="zh-TW"/>
              <a:t>2.</a:t>
            </a:r>
            <a:fld id="{85B8FC00-77A0-AC41-B6F6-3ACFBE24AF9E}" type="slidenum">
              <a:rPr lang="en-US" altLang="zh-TW"/>
              <a:pPr/>
              <a:t>36</a:t>
            </a:fld>
            <a:endParaRPr lang="en-US" altLang="zh-TW"/>
          </a:p>
        </p:txBody>
      </p:sp>
      <p:sp>
        <p:nvSpPr>
          <p:cNvPr id="673802" name="Rectangle 10">
            <a:extLst>
              <a:ext uri="{FF2B5EF4-FFF2-40B4-BE49-F238E27FC236}">
                <a16:creationId xmlns:a16="http://schemas.microsoft.com/office/drawing/2014/main" id="{BB6825AA-0062-983C-14AF-3DB88FFDC8F8}"/>
              </a:ext>
            </a:extLst>
          </p:cNvPr>
          <p:cNvSpPr>
            <a:spLocks noChangeArrowheads="1"/>
          </p:cNvSpPr>
          <p:nvPr/>
        </p:nvSpPr>
        <p:spPr bwMode="auto">
          <a:xfrm>
            <a:off x="152400" y="1447800"/>
            <a:ext cx="8839200" cy="3810000"/>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28575">
                <a:solidFill>
                  <a:schemeClr val="fo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73803" name="Rectangle 11">
            <a:extLst>
              <a:ext uri="{FF2B5EF4-FFF2-40B4-BE49-F238E27FC236}">
                <a16:creationId xmlns:a16="http://schemas.microsoft.com/office/drawing/2014/main" id="{6D1556E6-AFBB-D687-23E5-FA8AAD31CA1A}"/>
              </a:ext>
            </a:extLst>
          </p:cNvPr>
          <p:cNvSpPr>
            <a:spLocks noChangeArrowheads="1"/>
          </p:cNvSpPr>
          <p:nvPr/>
        </p:nvSpPr>
        <p:spPr bwMode="auto">
          <a:xfrm>
            <a:off x="228600" y="1524000"/>
            <a:ext cx="8534400" cy="39354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just"/>
            <a:r>
              <a:rPr lang="en-US" altLang="zh-TW" sz="2800" i="1">
                <a:latin typeface="Times New Roman" panose="02020603050405020304" pitchFamily="18" charset="0"/>
                <a:ea typeface="新細明體" panose="02020500000000000000" pitchFamily="18" charset="-120"/>
              </a:rPr>
              <a:t>Figure 2.20 shows a part of an internet with two routers connecting three LANs. Each device (computer or router) has a pair of addresses (logical and physical) for each connection. In this case, each computer is connected to only one link and therefore has only one pair of addresses. Each router, however, is connected to three networks (only two are shown in the figure). So each router has three pairs of addresses, one for each connection. </a:t>
            </a:r>
          </a:p>
        </p:txBody>
      </p:sp>
      <p:sp>
        <p:nvSpPr>
          <p:cNvPr id="673804" name="Text Box 12">
            <a:extLst>
              <a:ext uri="{FF2B5EF4-FFF2-40B4-BE49-F238E27FC236}">
                <a16:creationId xmlns:a16="http://schemas.microsoft.com/office/drawing/2014/main" id="{D491D752-8B94-C020-F798-AEA86E4A6EBB}"/>
              </a:ext>
            </a:extLst>
          </p:cNvPr>
          <p:cNvSpPr txBox="1">
            <a:spLocks noChangeArrowheads="1"/>
          </p:cNvSpPr>
          <p:nvPr/>
        </p:nvSpPr>
        <p:spPr bwMode="auto">
          <a:xfrm>
            <a:off x="228600" y="228600"/>
            <a:ext cx="2284413"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TW" i="1">
                <a:solidFill>
                  <a:schemeClr val="hlink"/>
                </a:solidFill>
                <a:latin typeface="Times New Roman" panose="02020603050405020304" pitchFamily="18" charset="0"/>
                <a:ea typeface="新細明體" panose="02020500000000000000" pitchFamily="18" charset="-120"/>
              </a:rPr>
              <a:t>Example 2.3</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3">
            <a:extLst>
              <a:ext uri="{FF2B5EF4-FFF2-40B4-BE49-F238E27FC236}">
                <a16:creationId xmlns:a16="http://schemas.microsoft.com/office/drawing/2014/main" id="{899BBDFD-B9FF-1CB2-CA5F-D33EEF1521FE}"/>
              </a:ext>
            </a:extLst>
          </p:cNvPr>
          <p:cNvSpPr>
            <a:spLocks noGrp="1"/>
          </p:cNvSpPr>
          <p:nvPr>
            <p:ph type="sldNum" sz="quarter" idx="12"/>
          </p:nvPr>
        </p:nvSpPr>
        <p:spPr/>
        <p:txBody>
          <a:bodyPr/>
          <a:lstStyle/>
          <a:p>
            <a:r>
              <a:rPr lang="en-US" altLang="zh-TW"/>
              <a:t>2.</a:t>
            </a:r>
            <a:fld id="{539F3490-25A8-D047-B10B-7DABEE7E0D8E}" type="slidenum">
              <a:rPr lang="en-US" altLang="zh-TW"/>
              <a:pPr/>
              <a:t>37</a:t>
            </a:fld>
            <a:endParaRPr lang="en-US" altLang="zh-TW"/>
          </a:p>
        </p:txBody>
      </p:sp>
      <p:sp>
        <p:nvSpPr>
          <p:cNvPr id="654340" name="Text Box 4">
            <a:extLst>
              <a:ext uri="{FF2B5EF4-FFF2-40B4-BE49-F238E27FC236}">
                <a16:creationId xmlns:a16="http://schemas.microsoft.com/office/drawing/2014/main" id="{A9BAC3A9-49F2-C799-5E24-EA5091259B58}"/>
              </a:ext>
            </a:extLst>
          </p:cNvPr>
          <p:cNvSpPr txBox="1">
            <a:spLocks noChangeArrowheads="1"/>
          </p:cNvSpPr>
          <p:nvPr/>
        </p:nvSpPr>
        <p:spPr bwMode="auto">
          <a:xfrm>
            <a:off x="228600" y="304800"/>
            <a:ext cx="312578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TW" sz="2400">
                <a:solidFill>
                  <a:schemeClr val="folHlink"/>
                </a:solidFill>
                <a:latin typeface="Times New Roman" panose="02020603050405020304" pitchFamily="18" charset="0"/>
                <a:ea typeface="新細明體" panose="02020500000000000000" pitchFamily="18" charset="-120"/>
              </a:rPr>
              <a:t>Figure 2.20  </a:t>
            </a:r>
            <a:r>
              <a:rPr lang="en-US" altLang="zh-TW" sz="2000" i="1">
                <a:latin typeface="Times New Roman" panose="02020603050405020304" pitchFamily="18" charset="0"/>
                <a:ea typeface="新細明體" panose="02020500000000000000" pitchFamily="18" charset="-120"/>
              </a:rPr>
              <a:t>IP addresses</a:t>
            </a:r>
          </a:p>
        </p:txBody>
      </p:sp>
      <p:pic>
        <p:nvPicPr>
          <p:cNvPr id="654342" name="Picture 6">
            <a:extLst>
              <a:ext uri="{FF2B5EF4-FFF2-40B4-BE49-F238E27FC236}">
                <a16:creationId xmlns:a16="http://schemas.microsoft.com/office/drawing/2014/main" id="{935C784D-4E3C-8248-A2A5-A264832F1A7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50988" y="1089025"/>
            <a:ext cx="6069012" cy="5083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3">
            <a:extLst>
              <a:ext uri="{FF2B5EF4-FFF2-40B4-BE49-F238E27FC236}">
                <a16:creationId xmlns:a16="http://schemas.microsoft.com/office/drawing/2014/main" id="{50A9BF8B-65D7-A383-B5B0-990CDAE4B62B}"/>
              </a:ext>
            </a:extLst>
          </p:cNvPr>
          <p:cNvSpPr>
            <a:spLocks noGrp="1"/>
          </p:cNvSpPr>
          <p:nvPr>
            <p:ph type="sldNum" sz="quarter" idx="12"/>
          </p:nvPr>
        </p:nvSpPr>
        <p:spPr/>
        <p:txBody>
          <a:bodyPr/>
          <a:lstStyle/>
          <a:p>
            <a:r>
              <a:rPr lang="en-US" altLang="zh-TW"/>
              <a:t>2.</a:t>
            </a:r>
            <a:fld id="{51AF509E-B538-4C46-8414-2F54CCD08F6D}" type="slidenum">
              <a:rPr lang="en-US" altLang="zh-TW"/>
              <a:pPr/>
              <a:t>38</a:t>
            </a:fld>
            <a:endParaRPr lang="en-US" altLang="zh-TW"/>
          </a:p>
        </p:txBody>
      </p:sp>
      <p:sp>
        <p:nvSpPr>
          <p:cNvPr id="674826" name="Rectangle 10">
            <a:extLst>
              <a:ext uri="{FF2B5EF4-FFF2-40B4-BE49-F238E27FC236}">
                <a16:creationId xmlns:a16="http://schemas.microsoft.com/office/drawing/2014/main" id="{A189E810-E305-67D9-74AF-FA56049F6762}"/>
              </a:ext>
            </a:extLst>
          </p:cNvPr>
          <p:cNvSpPr>
            <a:spLocks noChangeArrowheads="1"/>
          </p:cNvSpPr>
          <p:nvPr/>
        </p:nvSpPr>
        <p:spPr bwMode="auto">
          <a:xfrm>
            <a:off x="152400" y="1447800"/>
            <a:ext cx="8839200" cy="3810000"/>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28575">
                <a:solidFill>
                  <a:schemeClr val="fo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74827" name="Rectangle 11">
            <a:extLst>
              <a:ext uri="{FF2B5EF4-FFF2-40B4-BE49-F238E27FC236}">
                <a16:creationId xmlns:a16="http://schemas.microsoft.com/office/drawing/2014/main" id="{BC2A7305-A3E4-0A9E-AC19-34E7AEE05D98}"/>
              </a:ext>
            </a:extLst>
          </p:cNvPr>
          <p:cNvSpPr>
            <a:spLocks noChangeArrowheads="1"/>
          </p:cNvSpPr>
          <p:nvPr/>
        </p:nvSpPr>
        <p:spPr bwMode="auto">
          <a:xfrm>
            <a:off x="228600" y="1371600"/>
            <a:ext cx="8534400" cy="4362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just"/>
            <a:r>
              <a:rPr lang="en-US" altLang="zh-TW" sz="2800" i="1">
                <a:latin typeface="Times New Roman" panose="02020603050405020304" pitchFamily="18" charset="0"/>
                <a:ea typeface="新細明體" panose="02020500000000000000" pitchFamily="18" charset="-120"/>
              </a:rPr>
              <a:t>Figure 2.21 shows two computers communicating via the Internet. The sending computer is running three processes at this time with port addresses a, b, and c. The receiving computer is running two processes at this time with port addresses j and k. Process </a:t>
            </a:r>
            <a:r>
              <a:rPr lang="en-US" altLang="zh-TW" sz="2800" i="1">
                <a:solidFill>
                  <a:schemeClr val="hlink"/>
                </a:solidFill>
                <a:latin typeface="Times New Roman" panose="02020603050405020304" pitchFamily="18" charset="0"/>
                <a:ea typeface="新細明體" panose="02020500000000000000" pitchFamily="18" charset="-120"/>
              </a:rPr>
              <a:t>a</a:t>
            </a:r>
            <a:r>
              <a:rPr lang="en-US" altLang="zh-TW" sz="2800" i="1">
                <a:latin typeface="Times New Roman" panose="02020603050405020304" pitchFamily="18" charset="0"/>
                <a:ea typeface="新細明體" panose="02020500000000000000" pitchFamily="18" charset="-120"/>
              </a:rPr>
              <a:t> in the sending computer needs to communicate with process </a:t>
            </a:r>
            <a:r>
              <a:rPr lang="en-US" altLang="zh-TW" sz="2800" i="1">
                <a:solidFill>
                  <a:schemeClr val="hlink"/>
                </a:solidFill>
                <a:latin typeface="Times New Roman" panose="02020603050405020304" pitchFamily="18" charset="0"/>
                <a:ea typeface="新細明體" panose="02020500000000000000" pitchFamily="18" charset="-120"/>
              </a:rPr>
              <a:t>j</a:t>
            </a:r>
            <a:r>
              <a:rPr lang="en-US" altLang="zh-TW" sz="2800" i="1">
                <a:latin typeface="Times New Roman" panose="02020603050405020304" pitchFamily="18" charset="0"/>
                <a:ea typeface="新細明體" panose="02020500000000000000" pitchFamily="18" charset="-120"/>
              </a:rPr>
              <a:t> in the receiving computer. Note that although physical addresses change from hop to hop, logical and port addresses remain the same from the source to destination. </a:t>
            </a:r>
          </a:p>
        </p:txBody>
      </p:sp>
      <p:sp>
        <p:nvSpPr>
          <p:cNvPr id="674828" name="Text Box 12">
            <a:extLst>
              <a:ext uri="{FF2B5EF4-FFF2-40B4-BE49-F238E27FC236}">
                <a16:creationId xmlns:a16="http://schemas.microsoft.com/office/drawing/2014/main" id="{F4979360-BC81-F73A-36ED-5D192212B502}"/>
              </a:ext>
            </a:extLst>
          </p:cNvPr>
          <p:cNvSpPr txBox="1">
            <a:spLocks noChangeArrowheads="1"/>
          </p:cNvSpPr>
          <p:nvPr/>
        </p:nvSpPr>
        <p:spPr bwMode="auto">
          <a:xfrm>
            <a:off x="152400" y="228600"/>
            <a:ext cx="2284413"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TW" i="1">
                <a:solidFill>
                  <a:schemeClr val="hlink"/>
                </a:solidFill>
                <a:latin typeface="Times New Roman" panose="02020603050405020304" pitchFamily="18" charset="0"/>
                <a:ea typeface="新細明體" panose="02020500000000000000" pitchFamily="18" charset="-120"/>
              </a:rPr>
              <a:t>Example 2.4</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3">
            <a:extLst>
              <a:ext uri="{FF2B5EF4-FFF2-40B4-BE49-F238E27FC236}">
                <a16:creationId xmlns:a16="http://schemas.microsoft.com/office/drawing/2014/main" id="{6AA15335-A7ED-8D61-8C10-90860EF08E2E}"/>
              </a:ext>
            </a:extLst>
          </p:cNvPr>
          <p:cNvSpPr>
            <a:spLocks noGrp="1"/>
          </p:cNvSpPr>
          <p:nvPr>
            <p:ph type="sldNum" sz="quarter" idx="12"/>
          </p:nvPr>
        </p:nvSpPr>
        <p:spPr/>
        <p:txBody>
          <a:bodyPr/>
          <a:lstStyle/>
          <a:p>
            <a:r>
              <a:rPr lang="en-US" altLang="zh-TW"/>
              <a:t>2.</a:t>
            </a:r>
            <a:fld id="{60AEE2CB-B571-6647-A9B6-306BE528E92F}" type="slidenum">
              <a:rPr lang="en-US" altLang="zh-TW"/>
              <a:pPr/>
              <a:t>39</a:t>
            </a:fld>
            <a:endParaRPr lang="en-US" altLang="zh-TW"/>
          </a:p>
        </p:txBody>
      </p:sp>
      <p:sp>
        <p:nvSpPr>
          <p:cNvPr id="655364" name="Text Box 4">
            <a:extLst>
              <a:ext uri="{FF2B5EF4-FFF2-40B4-BE49-F238E27FC236}">
                <a16:creationId xmlns:a16="http://schemas.microsoft.com/office/drawing/2014/main" id="{EF56C577-6193-D0B9-E859-6871E7C631EB}"/>
              </a:ext>
            </a:extLst>
          </p:cNvPr>
          <p:cNvSpPr txBox="1">
            <a:spLocks noChangeArrowheads="1"/>
          </p:cNvSpPr>
          <p:nvPr/>
        </p:nvSpPr>
        <p:spPr bwMode="auto">
          <a:xfrm>
            <a:off x="228600" y="304800"/>
            <a:ext cx="332263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TW" sz="2400">
                <a:solidFill>
                  <a:schemeClr val="folHlink"/>
                </a:solidFill>
                <a:latin typeface="Times New Roman" panose="02020603050405020304" pitchFamily="18" charset="0"/>
                <a:ea typeface="新細明體" panose="02020500000000000000" pitchFamily="18" charset="-120"/>
              </a:rPr>
              <a:t>Figure 2.21  </a:t>
            </a:r>
            <a:r>
              <a:rPr lang="en-US" altLang="zh-TW" sz="2000" i="1">
                <a:latin typeface="Times New Roman" panose="02020603050405020304" pitchFamily="18" charset="0"/>
                <a:ea typeface="新細明體" panose="02020500000000000000" pitchFamily="18" charset="-120"/>
              </a:rPr>
              <a:t>Port addresses</a:t>
            </a:r>
          </a:p>
        </p:txBody>
      </p:sp>
      <p:pic>
        <p:nvPicPr>
          <p:cNvPr id="655366" name="Picture 6">
            <a:extLst>
              <a:ext uri="{FF2B5EF4-FFF2-40B4-BE49-F238E27FC236}">
                <a16:creationId xmlns:a16="http://schemas.microsoft.com/office/drawing/2014/main" id="{7EF76571-6D98-A7F2-E4E7-29FE798CD55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85825" y="990600"/>
            <a:ext cx="7038975" cy="52768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3">
            <a:extLst>
              <a:ext uri="{FF2B5EF4-FFF2-40B4-BE49-F238E27FC236}">
                <a16:creationId xmlns:a16="http://schemas.microsoft.com/office/drawing/2014/main" id="{CCCBCDF2-37C9-0DEA-75BA-5D98D928F259}"/>
              </a:ext>
            </a:extLst>
          </p:cNvPr>
          <p:cNvSpPr>
            <a:spLocks noGrp="1"/>
          </p:cNvSpPr>
          <p:nvPr>
            <p:ph type="sldNum" sz="quarter" idx="12"/>
          </p:nvPr>
        </p:nvSpPr>
        <p:spPr/>
        <p:txBody>
          <a:bodyPr/>
          <a:lstStyle/>
          <a:p>
            <a:r>
              <a:rPr lang="en-US" altLang="zh-TW"/>
              <a:t>2.</a:t>
            </a:r>
            <a:fld id="{6F12F4BF-582B-824F-B924-58B99E3FD6E6}" type="slidenum">
              <a:rPr lang="en-US" altLang="zh-TW"/>
              <a:pPr/>
              <a:t>40</a:t>
            </a:fld>
            <a:endParaRPr lang="en-US" altLang="zh-TW"/>
          </a:p>
        </p:txBody>
      </p:sp>
      <p:sp>
        <p:nvSpPr>
          <p:cNvPr id="676873" name="Line 9">
            <a:extLst>
              <a:ext uri="{FF2B5EF4-FFF2-40B4-BE49-F238E27FC236}">
                <a16:creationId xmlns:a16="http://schemas.microsoft.com/office/drawing/2014/main" id="{BC0B423A-FD75-AC94-6C85-11A0753820E5}"/>
              </a:ext>
            </a:extLst>
          </p:cNvPr>
          <p:cNvSpPr>
            <a:spLocks noChangeShapeType="1"/>
          </p:cNvSpPr>
          <p:nvPr/>
        </p:nvSpPr>
        <p:spPr bwMode="auto">
          <a:xfrm>
            <a:off x="457200" y="2971800"/>
            <a:ext cx="8153400" cy="0"/>
          </a:xfrm>
          <a:prstGeom prst="line">
            <a:avLst/>
          </a:prstGeom>
          <a:noFill/>
          <a:ln w="762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76874" name="Line 10">
            <a:extLst>
              <a:ext uri="{FF2B5EF4-FFF2-40B4-BE49-F238E27FC236}">
                <a16:creationId xmlns:a16="http://schemas.microsoft.com/office/drawing/2014/main" id="{5DD26B73-DE6D-3198-DE0E-309FA631A554}"/>
              </a:ext>
            </a:extLst>
          </p:cNvPr>
          <p:cNvSpPr>
            <a:spLocks noChangeShapeType="1"/>
          </p:cNvSpPr>
          <p:nvPr/>
        </p:nvSpPr>
        <p:spPr bwMode="auto">
          <a:xfrm>
            <a:off x="458788" y="3962400"/>
            <a:ext cx="8153400" cy="0"/>
          </a:xfrm>
          <a:prstGeom prst="line">
            <a:avLst/>
          </a:prstGeom>
          <a:noFill/>
          <a:ln w="762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76875" name="Rectangle 11">
            <a:extLst>
              <a:ext uri="{FF2B5EF4-FFF2-40B4-BE49-F238E27FC236}">
                <a16:creationId xmlns:a16="http://schemas.microsoft.com/office/drawing/2014/main" id="{307FA8F2-AA17-A025-4FB5-4C0BA5329C23}"/>
              </a:ext>
            </a:extLst>
          </p:cNvPr>
          <p:cNvSpPr>
            <a:spLocks noChangeArrowheads="1"/>
          </p:cNvSpPr>
          <p:nvPr/>
        </p:nvSpPr>
        <p:spPr bwMode="auto">
          <a:xfrm>
            <a:off x="495300" y="3063875"/>
            <a:ext cx="8077200" cy="822325"/>
          </a:xfrm>
          <a:prstGeom prst="rect">
            <a:avLst/>
          </a:prstGeom>
          <a:solidFill>
            <a:srgbClr val="99FF33"/>
          </a:solidFill>
          <a:ln>
            <a:noFill/>
          </a:ln>
          <a:effectLst/>
          <a:extLst>
            <a:ext uri="{91240B29-F687-4F45-9708-019B960494DF}">
              <a14:hiddenLine xmlns:a14="http://schemas.microsoft.com/office/drawing/2010/main" w="76200" algn="ctr">
                <a:solidFill>
                  <a:schemeClr val="fo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r>
              <a:rPr lang="en-US" altLang="zh-TW" sz="2400">
                <a:latin typeface="Times New Roman" panose="02020603050405020304" pitchFamily="18" charset="0"/>
                <a:ea typeface="新細明體" panose="02020500000000000000" pitchFamily="18" charset="-120"/>
              </a:rPr>
              <a:t>The physical addresses will change from hop to hop,</a:t>
            </a:r>
          </a:p>
          <a:p>
            <a:pPr algn="ctr"/>
            <a:r>
              <a:rPr lang="en-US" altLang="zh-TW" sz="2400">
                <a:latin typeface="Times New Roman" panose="02020603050405020304" pitchFamily="18" charset="0"/>
                <a:ea typeface="新細明體" panose="02020500000000000000" pitchFamily="18" charset="-120"/>
              </a:rPr>
              <a:t>but the logical addresses usually remain the same.</a:t>
            </a:r>
          </a:p>
        </p:txBody>
      </p:sp>
      <p:grpSp>
        <p:nvGrpSpPr>
          <p:cNvPr id="676879" name="Group 15">
            <a:extLst>
              <a:ext uri="{FF2B5EF4-FFF2-40B4-BE49-F238E27FC236}">
                <a16:creationId xmlns:a16="http://schemas.microsoft.com/office/drawing/2014/main" id="{A5AF99B1-9251-8CE7-D93C-2CC57A27D9DE}"/>
              </a:ext>
            </a:extLst>
          </p:cNvPr>
          <p:cNvGrpSpPr>
            <a:grpSpLocks/>
          </p:cNvGrpSpPr>
          <p:nvPr/>
        </p:nvGrpSpPr>
        <p:grpSpPr bwMode="auto">
          <a:xfrm>
            <a:off x="533400" y="2286000"/>
            <a:ext cx="1143000" cy="566738"/>
            <a:chOff x="1200" y="1248"/>
            <a:chExt cx="720" cy="357"/>
          </a:xfrm>
        </p:grpSpPr>
        <p:pic>
          <p:nvPicPr>
            <p:cNvPr id="676880" name="Picture 16">
              <a:extLst>
                <a:ext uri="{FF2B5EF4-FFF2-40B4-BE49-F238E27FC236}">
                  <a16:creationId xmlns:a16="http://schemas.microsoft.com/office/drawing/2014/main" id="{AB7F7C1A-0B42-71C1-7FFE-C49D89AC809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00" y="1248"/>
              <a:ext cx="720" cy="35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76881" name="Text Box 17">
              <a:extLst>
                <a:ext uri="{FF2B5EF4-FFF2-40B4-BE49-F238E27FC236}">
                  <a16:creationId xmlns:a16="http://schemas.microsoft.com/office/drawing/2014/main" id="{3956C079-E866-FE8F-7793-DF098D5C52CA}"/>
                </a:ext>
              </a:extLst>
            </p:cNvPr>
            <p:cNvSpPr txBox="1">
              <a:spLocks noChangeArrowheads="1"/>
            </p:cNvSpPr>
            <p:nvPr/>
          </p:nvSpPr>
          <p:spPr bwMode="auto">
            <a:xfrm>
              <a:off x="1284" y="1248"/>
              <a:ext cx="551"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TW" sz="2800" i="1">
                  <a:solidFill>
                    <a:schemeClr val="hlink"/>
                  </a:solidFill>
                  <a:latin typeface="Times New Roman" panose="02020603050405020304" pitchFamily="18" charset="0"/>
                  <a:ea typeface="新細明體" panose="02020500000000000000" pitchFamily="18" charset="-120"/>
                </a:rPr>
                <a:t>Note</a:t>
              </a:r>
            </a:p>
          </p:txBody>
        </p:sp>
      </p:gr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3">
            <a:extLst>
              <a:ext uri="{FF2B5EF4-FFF2-40B4-BE49-F238E27FC236}">
                <a16:creationId xmlns:a16="http://schemas.microsoft.com/office/drawing/2014/main" id="{B5DB0DDE-A5FB-5936-AF4A-4E86358A79DD}"/>
              </a:ext>
            </a:extLst>
          </p:cNvPr>
          <p:cNvSpPr>
            <a:spLocks noGrp="1"/>
          </p:cNvSpPr>
          <p:nvPr>
            <p:ph type="sldNum" sz="quarter" idx="12"/>
          </p:nvPr>
        </p:nvSpPr>
        <p:spPr/>
        <p:txBody>
          <a:bodyPr/>
          <a:lstStyle/>
          <a:p>
            <a:r>
              <a:rPr lang="en-US" altLang="zh-TW"/>
              <a:t>2.</a:t>
            </a:r>
            <a:fld id="{11C4216B-1887-034D-BBDB-115125E3C7C5}" type="slidenum">
              <a:rPr lang="en-US" altLang="zh-TW"/>
              <a:pPr/>
              <a:t>41</a:t>
            </a:fld>
            <a:endParaRPr lang="en-US" altLang="zh-TW"/>
          </a:p>
        </p:txBody>
      </p:sp>
      <p:sp>
        <p:nvSpPr>
          <p:cNvPr id="675850" name="Rectangle 10">
            <a:extLst>
              <a:ext uri="{FF2B5EF4-FFF2-40B4-BE49-F238E27FC236}">
                <a16:creationId xmlns:a16="http://schemas.microsoft.com/office/drawing/2014/main" id="{B9C84E91-863F-2DE4-77BC-9CE7B08A5B61}"/>
              </a:ext>
            </a:extLst>
          </p:cNvPr>
          <p:cNvSpPr>
            <a:spLocks noChangeArrowheads="1"/>
          </p:cNvSpPr>
          <p:nvPr/>
        </p:nvSpPr>
        <p:spPr bwMode="auto">
          <a:xfrm>
            <a:off x="152400" y="1447800"/>
            <a:ext cx="8839200" cy="3810000"/>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28575">
                <a:solidFill>
                  <a:schemeClr val="fo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75852" name="Text Box 12">
            <a:extLst>
              <a:ext uri="{FF2B5EF4-FFF2-40B4-BE49-F238E27FC236}">
                <a16:creationId xmlns:a16="http://schemas.microsoft.com/office/drawing/2014/main" id="{29695D79-031B-A1CC-BFAC-C985D7B5B41E}"/>
              </a:ext>
            </a:extLst>
          </p:cNvPr>
          <p:cNvSpPr txBox="1">
            <a:spLocks noChangeArrowheads="1"/>
          </p:cNvSpPr>
          <p:nvPr/>
        </p:nvSpPr>
        <p:spPr bwMode="auto">
          <a:xfrm>
            <a:off x="228600" y="228600"/>
            <a:ext cx="2284413"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zh-TW" i="1">
                <a:solidFill>
                  <a:schemeClr val="hlink"/>
                </a:solidFill>
                <a:latin typeface="Times New Roman" panose="02020603050405020304" pitchFamily="18" charset="0"/>
                <a:ea typeface="新細明體" panose="02020500000000000000" pitchFamily="18" charset="-120"/>
              </a:rPr>
              <a:t>Example 2.5</a:t>
            </a:r>
          </a:p>
        </p:txBody>
      </p:sp>
      <p:sp>
        <p:nvSpPr>
          <p:cNvPr id="675853" name="Rectangle 13">
            <a:extLst>
              <a:ext uri="{FF2B5EF4-FFF2-40B4-BE49-F238E27FC236}">
                <a16:creationId xmlns:a16="http://schemas.microsoft.com/office/drawing/2014/main" id="{62FAF1CC-2A3B-D636-0870-CFD98A9CF743}"/>
              </a:ext>
            </a:extLst>
          </p:cNvPr>
          <p:cNvSpPr>
            <a:spLocks noChangeArrowheads="1"/>
          </p:cNvSpPr>
          <p:nvPr/>
        </p:nvSpPr>
        <p:spPr bwMode="auto">
          <a:xfrm>
            <a:off x="228600" y="1447800"/>
            <a:ext cx="8534400" cy="946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just"/>
            <a:r>
              <a:rPr lang="en-US" altLang="zh-TW" sz="2800" i="1">
                <a:latin typeface="Times New Roman" panose="02020603050405020304" pitchFamily="18" charset="0"/>
                <a:ea typeface="新細明體" panose="02020500000000000000" pitchFamily="18" charset="-120"/>
              </a:rPr>
              <a:t>As we will see in Chapter 23, a port address is a 16-bit address represented by one decimal number as shown.</a:t>
            </a:r>
          </a:p>
        </p:txBody>
      </p:sp>
      <p:sp>
        <p:nvSpPr>
          <p:cNvPr id="675856" name="Rectangle 16">
            <a:extLst>
              <a:ext uri="{FF2B5EF4-FFF2-40B4-BE49-F238E27FC236}">
                <a16:creationId xmlns:a16="http://schemas.microsoft.com/office/drawing/2014/main" id="{C0B79EF8-CED6-F643-AA57-90E5D6C97AC8}"/>
              </a:ext>
            </a:extLst>
          </p:cNvPr>
          <p:cNvSpPr>
            <a:spLocks noChangeArrowheads="1"/>
          </p:cNvSpPr>
          <p:nvPr/>
        </p:nvSpPr>
        <p:spPr bwMode="auto">
          <a:xfrm>
            <a:off x="304800" y="2819400"/>
            <a:ext cx="8382000" cy="1930400"/>
          </a:xfrm>
          <a:prstGeom prst="rect">
            <a:avLst/>
          </a:prstGeom>
          <a:solidFill>
            <a:srgbClr val="FFFF00"/>
          </a:solidFill>
          <a:ln w="9525">
            <a:solidFill>
              <a:schemeClr val="tx1"/>
            </a:solidFill>
            <a:miter lim="800000"/>
            <a:headEnd/>
            <a:tailEnd/>
          </a:ln>
          <a:effectLst/>
          <a:extLst>
            <a:ext uri="{AF507438-7753-43E0-B8FC-AC1667EBCBE1}">
              <a14:hiddenEffects xmlns:a14="http://schemas.microsoft.com/office/drawing/2010/main">
                <a:effectLst>
                  <a:outerShdw dist="107763" dir="13500000" algn="ctr" rotWithShape="0">
                    <a:schemeClr val="bg2">
                      <a:alpha val="50000"/>
                    </a:schemeClr>
                  </a:outerShdw>
                </a:effectLst>
              </a14:hiddenEffects>
            </a:ext>
          </a:extLst>
        </p:spPr>
        <p:txBody>
          <a:bodyPr>
            <a:spAutoFit/>
          </a:bodyPr>
          <a:lstStyle/>
          <a:p>
            <a:pPr algn="ctr"/>
            <a:r>
              <a:rPr lang="en-US" altLang="zh-TW">
                <a:solidFill>
                  <a:schemeClr val="folHlink"/>
                </a:solidFill>
                <a:latin typeface="Times New Roman" panose="02020603050405020304" pitchFamily="18" charset="0"/>
                <a:ea typeface="新細明體" panose="02020500000000000000" pitchFamily="18" charset="-120"/>
              </a:rPr>
              <a:t>753</a:t>
            </a:r>
            <a:br>
              <a:rPr lang="en-US" altLang="zh-TW">
                <a:solidFill>
                  <a:schemeClr val="folHlink"/>
                </a:solidFill>
                <a:latin typeface="Times New Roman" panose="02020603050405020304" pitchFamily="18" charset="0"/>
                <a:ea typeface="新細明體" panose="02020500000000000000" pitchFamily="18" charset="-120"/>
              </a:rPr>
            </a:br>
            <a:endParaRPr lang="en-US" altLang="zh-TW">
              <a:solidFill>
                <a:schemeClr val="folHlink"/>
              </a:solidFill>
              <a:latin typeface="Times New Roman" panose="02020603050405020304" pitchFamily="18" charset="0"/>
              <a:ea typeface="新細明體" panose="02020500000000000000" pitchFamily="18" charset="-120"/>
            </a:endParaRPr>
          </a:p>
          <a:p>
            <a:pPr algn="ctr"/>
            <a:r>
              <a:rPr lang="en-US" altLang="zh-TW" sz="2800">
                <a:latin typeface="Times New Roman" panose="02020603050405020304" pitchFamily="18" charset="0"/>
                <a:ea typeface="新細明體" panose="02020500000000000000" pitchFamily="18" charset="-120"/>
              </a:rPr>
              <a:t>A 16-bit port address represented </a:t>
            </a:r>
            <a:br>
              <a:rPr lang="en-US" altLang="zh-TW" sz="2800">
                <a:latin typeface="Times New Roman" panose="02020603050405020304" pitchFamily="18" charset="0"/>
                <a:ea typeface="新細明體" panose="02020500000000000000" pitchFamily="18" charset="-120"/>
              </a:rPr>
            </a:br>
            <a:r>
              <a:rPr lang="en-US" altLang="zh-TW" sz="2800">
                <a:latin typeface="Times New Roman" panose="02020603050405020304" pitchFamily="18" charset="0"/>
                <a:ea typeface="新細明體" panose="02020500000000000000" pitchFamily="18" charset="-120"/>
              </a:rPr>
              <a:t>as one single number.</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3">
            <a:extLst>
              <a:ext uri="{FF2B5EF4-FFF2-40B4-BE49-F238E27FC236}">
                <a16:creationId xmlns:a16="http://schemas.microsoft.com/office/drawing/2014/main" id="{609F0F8D-BF69-A40B-8D14-8F7C7C95F72F}"/>
              </a:ext>
            </a:extLst>
          </p:cNvPr>
          <p:cNvSpPr>
            <a:spLocks noGrp="1"/>
          </p:cNvSpPr>
          <p:nvPr>
            <p:ph type="sldNum" sz="quarter" idx="12"/>
          </p:nvPr>
        </p:nvSpPr>
        <p:spPr/>
        <p:txBody>
          <a:bodyPr/>
          <a:lstStyle/>
          <a:p>
            <a:r>
              <a:rPr lang="en-US" altLang="zh-TW"/>
              <a:t>2.</a:t>
            </a:r>
            <a:fld id="{710AB00A-392A-DC43-80F4-3BC2C9DA77E1}" type="slidenum">
              <a:rPr lang="en-US" altLang="zh-TW"/>
              <a:pPr/>
              <a:t>42</a:t>
            </a:fld>
            <a:endParaRPr lang="en-US" altLang="zh-TW"/>
          </a:p>
        </p:txBody>
      </p:sp>
      <p:sp>
        <p:nvSpPr>
          <p:cNvPr id="664585" name="Line 9">
            <a:extLst>
              <a:ext uri="{FF2B5EF4-FFF2-40B4-BE49-F238E27FC236}">
                <a16:creationId xmlns:a16="http://schemas.microsoft.com/office/drawing/2014/main" id="{053C053D-84CB-C206-B1AD-B4FD38A6AD17}"/>
              </a:ext>
            </a:extLst>
          </p:cNvPr>
          <p:cNvSpPr>
            <a:spLocks noChangeShapeType="1"/>
          </p:cNvSpPr>
          <p:nvPr/>
        </p:nvSpPr>
        <p:spPr bwMode="auto">
          <a:xfrm>
            <a:off x="457200" y="2971800"/>
            <a:ext cx="8153400" cy="0"/>
          </a:xfrm>
          <a:prstGeom prst="line">
            <a:avLst/>
          </a:prstGeom>
          <a:noFill/>
          <a:ln w="762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64586" name="Line 10">
            <a:extLst>
              <a:ext uri="{FF2B5EF4-FFF2-40B4-BE49-F238E27FC236}">
                <a16:creationId xmlns:a16="http://schemas.microsoft.com/office/drawing/2014/main" id="{C2D64B76-2845-04D0-2E02-2B7168EB96D5}"/>
              </a:ext>
            </a:extLst>
          </p:cNvPr>
          <p:cNvSpPr>
            <a:spLocks noChangeShapeType="1"/>
          </p:cNvSpPr>
          <p:nvPr/>
        </p:nvSpPr>
        <p:spPr bwMode="auto">
          <a:xfrm>
            <a:off x="458788" y="3962400"/>
            <a:ext cx="8153400" cy="0"/>
          </a:xfrm>
          <a:prstGeom prst="line">
            <a:avLst/>
          </a:prstGeom>
          <a:noFill/>
          <a:ln w="762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64587" name="Rectangle 11">
            <a:extLst>
              <a:ext uri="{FF2B5EF4-FFF2-40B4-BE49-F238E27FC236}">
                <a16:creationId xmlns:a16="http://schemas.microsoft.com/office/drawing/2014/main" id="{3950ED46-6DA0-98A1-3BAB-647F88665474}"/>
              </a:ext>
            </a:extLst>
          </p:cNvPr>
          <p:cNvSpPr>
            <a:spLocks noChangeArrowheads="1"/>
          </p:cNvSpPr>
          <p:nvPr/>
        </p:nvSpPr>
        <p:spPr bwMode="auto">
          <a:xfrm>
            <a:off x="495300" y="3063875"/>
            <a:ext cx="8077200" cy="822325"/>
          </a:xfrm>
          <a:prstGeom prst="rect">
            <a:avLst/>
          </a:prstGeom>
          <a:solidFill>
            <a:srgbClr val="99FF33"/>
          </a:solidFill>
          <a:ln>
            <a:noFill/>
          </a:ln>
          <a:effectLst/>
          <a:extLst>
            <a:ext uri="{91240B29-F687-4F45-9708-019B960494DF}">
              <a14:hiddenLine xmlns:a14="http://schemas.microsoft.com/office/drawing/2010/main" w="76200" algn="ctr">
                <a:solidFill>
                  <a:schemeClr val="fo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r>
              <a:rPr lang="en-US" altLang="zh-TW" sz="2400">
                <a:latin typeface="Times New Roman" panose="02020603050405020304" pitchFamily="18" charset="0"/>
                <a:ea typeface="新細明體" panose="02020500000000000000" pitchFamily="18" charset="-120"/>
              </a:rPr>
              <a:t>The physical addresses change from hop to hop,</a:t>
            </a:r>
          </a:p>
          <a:p>
            <a:pPr algn="ctr"/>
            <a:r>
              <a:rPr lang="en-US" altLang="zh-TW" sz="2400">
                <a:latin typeface="Times New Roman" panose="02020603050405020304" pitchFamily="18" charset="0"/>
                <a:ea typeface="新細明體" panose="02020500000000000000" pitchFamily="18" charset="-120"/>
              </a:rPr>
              <a:t>but the logical and port addresses usually remain the same.</a:t>
            </a:r>
          </a:p>
        </p:txBody>
      </p:sp>
      <p:grpSp>
        <p:nvGrpSpPr>
          <p:cNvPr id="664591" name="Group 15">
            <a:extLst>
              <a:ext uri="{FF2B5EF4-FFF2-40B4-BE49-F238E27FC236}">
                <a16:creationId xmlns:a16="http://schemas.microsoft.com/office/drawing/2014/main" id="{F9FF798A-3FFD-06F4-BDE8-0F23527A6C52}"/>
              </a:ext>
            </a:extLst>
          </p:cNvPr>
          <p:cNvGrpSpPr>
            <a:grpSpLocks/>
          </p:cNvGrpSpPr>
          <p:nvPr/>
        </p:nvGrpSpPr>
        <p:grpSpPr bwMode="auto">
          <a:xfrm>
            <a:off x="533400" y="2286000"/>
            <a:ext cx="1143000" cy="566738"/>
            <a:chOff x="1200" y="1248"/>
            <a:chExt cx="720" cy="357"/>
          </a:xfrm>
        </p:grpSpPr>
        <p:pic>
          <p:nvPicPr>
            <p:cNvPr id="664592" name="Picture 16">
              <a:extLst>
                <a:ext uri="{FF2B5EF4-FFF2-40B4-BE49-F238E27FC236}">
                  <a16:creationId xmlns:a16="http://schemas.microsoft.com/office/drawing/2014/main" id="{F7D6AA38-7F9B-F476-FEB1-12345CA75AF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00" y="1248"/>
              <a:ext cx="720" cy="35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64593" name="Text Box 17">
              <a:extLst>
                <a:ext uri="{FF2B5EF4-FFF2-40B4-BE49-F238E27FC236}">
                  <a16:creationId xmlns:a16="http://schemas.microsoft.com/office/drawing/2014/main" id="{641EECC2-6772-BF90-9A27-D1DFA5C2B328}"/>
                </a:ext>
              </a:extLst>
            </p:cNvPr>
            <p:cNvSpPr txBox="1">
              <a:spLocks noChangeArrowheads="1"/>
            </p:cNvSpPr>
            <p:nvPr/>
          </p:nvSpPr>
          <p:spPr bwMode="auto">
            <a:xfrm>
              <a:off x="1284" y="1248"/>
              <a:ext cx="551"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TW" sz="2800" i="1">
                  <a:solidFill>
                    <a:schemeClr val="hlink"/>
                  </a:solidFill>
                  <a:latin typeface="Times New Roman" panose="02020603050405020304" pitchFamily="18" charset="0"/>
                  <a:ea typeface="新細明體" panose="02020500000000000000" pitchFamily="18" charset="-120"/>
                </a:rPr>
                <a:t>Note</a:t>
              </a:r>
            </a:p>
          </p:txBody>
        </p:sp>
      </p:grpSp>
    </p:spTree>
  </p:cSld>
  <p:clrMapOvr>
    <a:masterClrMapping/>
  </p:clrMapOvr>
</p:sld>
</file>

<file path=ppt/theme/theme1.xml><?xml version="1.0" encoding="utf-8"?>
<a:theme xmlns:a="http://schemas.openxmlformats.org/drawingml/2006/main" name="自訂設計">
  <a:themeElements>
    <a:clrScheme name="自訂設計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自訂設計">
      <a:majorFont>
        <a:latin typeface="Arial"/>
        <a:ea typeface="新細明體"/>
        <a:cs typeface=""/>
      </a:majorFont>
      <a:minorFont>
        <a:latin typeface="Arial"/>
        <a:ea typeface="新細明體"/>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altLang="en-US" sz="3200" b="1" i="0" u="none" strike="noStrike" cap="none" normalizeH="0" baseline="0" smtClean="0">
            <a:ln>
              <a:noFill/>
            </a:ln>
            <a:solidFill>
              <a:schemeClr val="tx1"/>
            </a:solidFill>
            <a:effectLst/>
            <a:latin typeface="Arial" panose="020B0604020202020204" pitchFamily="34"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altLang="en-US" sz="3200" b="1" i="0" u="none" strike="noStrike" cap="none" normalizeH="0" baseline="0" smtClean="0">
            <a:ln>
              <a:noFill/>
            </a:ln>
            <a:solidFill>
              <a:schemeClr val="tx1"/>
            </a:solidFill>
            <a:effectLst/>
            <a:latin typeface="Arial" panose="020B0604020202020204" pitchFamily="34" charset="0"/>
          </a:defRPr>
        </a:defPPr>
      </a:lstStyle>
    </a:lnDef>
  </a:objectDefaults>
  <a:extraClrSchemeLst>
    <a:extraClrScheme>
      <a:clrScheme name="自訂設計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自訂設計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自訂設計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自訂設計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自訂設計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自訂設計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自訂設計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自訂設計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自訂設計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自訂設計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自訂設計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自訂設計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自訂設計">
  <a:themeElements>
    <a:clrScheme name="1_自訂設計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1_自訂設計">
      <a:majorFont>
        <a:latin typeface="Arial"/>
        <a:ea typeface="新細明體"/>
        <a:cs typeface=""/>
      </a:majorFont>
      <a:minorFont>
        <a:latin typeface="Arial"/>
        <a:ea typeface="新細明體"/>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altLang="en-US" sz="3200" b="1" i="0" u="none" strike="noStrike" cap="none" normalizeH="0" baseline="0" smtClean="0">
            <a:ln>
              <a:noFill/>
            </a:ln>
            <a:solidFill>
              <a:schemeClr val="tx1"/>
            </a:solidFill>
            <a:effectLst/>
            <a:latin typeface="Arial" panose="020B0604020202020204" pitchFamily="34"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altLang="en-US" sz="3200" b="1" i="0" u="none" strike="noStrike" cap="none" normalizeH="0" baseline="0" smtClean="0">
            <a:ln>
              <a:noFill/>
            </a:ln>
            <a:solidFill>
              <a:schemeClr val="tx1"/>
            </a:solidFill>
            <a:effectLst/>
            <a:latin typeface="Arial" panose="020B0604020202020204" pitchFamily="34" charset="0"/>
          </a:defRPr>
        </a:defPPr>
      </a:lstStyle>
    </a:lnDef>
  </a:objectDefaults>
  <a:extraClrSchemeLst>
    <a:extraClrScheme>
      <a:clrScheme name="1_自訂設計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1_自訂設計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1_自訂設計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1_自訂設計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1_自訂設計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1_自訂設計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1_自訂設計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1_自訂設計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1_自訂設計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1_自訂設計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1_自訂設計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1_自訂設計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ch01</Template>
  <TotalTime>2314</TotalTime>
  <Words>1054</Words>
  <Application>Microsoft Macintosh PowerPoint</Application>
  <PresentationFormat>On-screen Show (4:3)</PresentationFormat>
  <Paragraphs>173</Paragraphs>
  <Slides>42</Slides>
  <Notes>42</Notes>
  <HiddenSlides>0</HiddenSlides>
  <MMClips>0</MMClips>
  <ScaleCrop>false</ScaleCrop>
  <HeadingPairs>
    <vt:vector size="6" baseType="variant">
      <vt:variant>
        <vt:lpstr>Fonts Used</vt:lpstr>
      </vt:variant>
      <vt:variant>
        <vt:i4>6</vt:i4>
      </vt:variant>
      <vt:variant>
        <vt:lpstr>Theme</vt:lpstr>
      </vt:variant>
      <vt:variant>
        <vt:i4>2</vt:i4>
      </vt:variant>
      <vt:variant>
        <vt:lpstr>Slide Titles</vt:lpstr>
      </vt:variant>
      <vt:variant>
        <vt:i4>42</vt:i4>
      </vt:variant>
    </vt:vector>
  </HeadingPairs>
  <TitlesOfParts>
    <vt:vector size="50" baseType="lpstr">
      <vt:lpstr>Times New Roman</vt:lpstr>
      <vt:lpstr>Arial</vt:lpstr>
      <vt:lpstr>新細明體</vt:lpstr>
      <vt:lpstr>標楷體</vt:lpstr>
      <vt:lpstr>Times</vt:lpstr>
      <vt:lpstr>Wingdings</vt:lpstr>
      <vt:lpstr>自訂設計</vt:lpstr>
      <vt:lpstr>1_自訂設計</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Valued Gateway Client</dc:creator>
  <cp:lastModifiedBy>Faisal Hussain, Lecturer, CSE</cp:lastModifiedBy>
  <cp:revision>144</cp:revision>
  <dcterms:created xsi:type="dcterms:W3CDTF">2000-01-15T04:50:39Z</dcterms:created>
  <dcterms:modified xsi:type="dcterms:W3CDTF">2025-05-11T19:39:28Z</dcterms:modified>
</cp:coreProperties>
</file>